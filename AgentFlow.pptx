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AgentFlow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By Ao Li</a:t>
            </a:r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Environment &amp; Setup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Planner: Based on each step</a:t>
            </a:r>
            <a:endParaRPr lang="en-US"/>
          </a:p>
          <a:p>
            <a:pPr marL="0" indent="0">
              <a:buNone/>
            </a:pPr>
            <a:r>
              <a:rPr lang="en-US"/>
              <a:t>Executor: Qwen2.5-7B</a:t>
            </a:r>
            <a:endParaRPr lang="en-US"/>
          </a:p>
          <a:p>
            <a:pPr marL="0" indent="0">
              <a:buNone/>
            </a:pPr>
            <a:r>
              <a:rPr lang="en-US"/>
              <a:t>Verifier: Qwen2.5-7B</a:t>
            </a:r>
            <a:endParaRPr lang="en-US"/>
          </a:p>
          <a:p>
            <a:pPr marL="0" indent="0">
              <a:buNone/>
            </a:pPr>
            <a:r>
              <a:rPr lang="en-US"/>
              <a:t>Judge: 4o-mini/Qwen2.5-7B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600"/>
              <a:t>torch==2.10.0,transformers==5.40,vllm==0.19.0,verl==0.8.0.dev0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Benchmark 2&amp;3&amp;4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647700" y="1834515"/>
          <a:ext cx="11174730" cy="3298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90"/>
                <a:gridCol w="1596390"/>
                <a:gridCol w="1596390"/>
                <a:gridCol w="1596390"/>
                <a:gridCol w="1596390"/>
                <a:gridCol w="1596390"/>
                <a:gridCol w="1596390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Bamboogle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2Wiki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HotpotQA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Musique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GAIA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CodeGen</a:t>
                      </a: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000"/>
                        <a:t>Qwne2.5-7B(paper)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58.0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51.3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19.2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17.2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/>
                        <a:t>Qwen2.5-7B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51.2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58.0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47.0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3.94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/>
                        <a:t>Qwen3.5-0.8B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21.6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12.5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16.0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5.51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2.3</a:t>
                      </a: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/>
                        <a:t>Qwen3.5-2B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24.0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12.5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16.0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4.72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5.1</a:t>
                      </a: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/>
                        <a:t>Qwen3.5-4B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5.8</a:t>
                      </a: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ym typeface="+mn-ea"/>
                        </a:rPr>
                        <a:t>Qwen3.5-9B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6.2</a:t>
                      </a:r>
                      <a:endParaRPr lang="en-US"/>
                    </a:p>
                  </a:txBody>
                  <a:tcPr/>
                </a:tc>
              </a:tr>
              <a:tr h="37973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ym typeface="+mn-ea"/>
                        </a:rPr>
                        <a:t>Qwen3.5-27B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5.8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Benchmark 5&amp;6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647700" y="1825625"/>
          <a:ext cx="1051687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410"/>
                <a:gridCol w="1502410"/>
                <a:gridCol w="1502410"/>
                <a:gridCol w="1502410"/>
                <a:gridCol w="1502410"/>
                <a:gridCol w="1502410"/>
                <a:gridCol w="15024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Bamboogle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2Wiki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HotpotQA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Musique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GAIA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CodeGen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Qwen3.5-0.8B</a:t>
                      </a:r>
                      <a:endParaRPr 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21.6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12.5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16.0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5.51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2.3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000"/>
                        <a:t>AgentFlow w/LoRA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23.2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11.5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4.5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5.51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2.6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Obeservation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Result: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- no improvement on CodeGen</a:t>
            </a:r>
            <a:endParaRPr lang="en-US"/>
          </a:p>
          <a:p>
            <a:pPr marL="0" indent="0">
              <a:buNone/>
            </a:pPr>
            <a:r>
              <a:rPr lang="en-US"/>
              <a:t>- not even close to the result of paper</a:t>
            </a:r>
            <a:endParaRPr lang="en-US"/>
          </a:p>
          <a:p>
            <a:pPr marL="0" indent="0">
              <a:buNone/>
            </a:pPr>
            <a:r>
              <a:rPr lang="en-US"/>
              <a:t>- 50$ on credit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Reason:</a:t>
            </a:r>
            <a:endParaRPr lang="en-US"/>
          </a:p>
          <a:p>
            <a:pPr marL="0" indent="0">
              <a:buNone/>
            </a:pPr>
            <a:r>
              <a:rPr lang="en-US"/>
              <a:t>- without enough tools, i.e. dashscope, google api, together ai...</a:t>
            </a:r>
            <a:br>
              <a:rPr lang="en-US"/>
            </a:br>
            <a:r>
              <a:rPr lang="en-US"/>
              <a:t>- 1 bug in executor code</a:t>
            </a:r>
            <a:endParaRPr lang="en-US"/>
          </a:p>
          <a:p>
            <a:pPr marL="0" indent="0">
              <a:buNone/>
            </a:pPr>
            <a:r>
              <a:rPr lang="en-US"/>
              <a:t>- sLLMs frequently deviate from expected tool name formats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9*259"/>
  <p:tag name="TABLE_ENDDRAG_RECT" val="51*144*879*25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WPS Spreadsheets</Application>
  <PresentationFormat>宽屏</PresentationFormat>
  <Paragraphs>144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WPS</vt:lpstr>
      <vt:lpstr>AgentFlow</vt:lpstr>
      <vt:lpstr>Environment &amp; Setup</vt:lpstr>
      <vt:lpstr>Benchmark 2&amp;3&amp;4</vt:lpstr>
      <vt:lpstr>Benchmark 5&amp;6</vt:lpstr>
      <vt:lpstr>Obeservation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JoKerS</cp:lastModifiedBy>
  <cp:revision>21</cp:revision>
  <dcterms:created xsi:type="dcterms:W3CDTF">2026-04-17T16:29:29Z</dcterms:created>
  <dcterms:modified xsi:type="dcterms:W3CDTF">2026-04-17T16:29:29Z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1033-6.3.0.8471</vt:lpwstr>
  </property>
  <property fmtid="{D5CDD505-2E9C-101B-9397-08002B2CF9AE}" pid="3" name="ICV">
    <vt:lpwstr>D43F58F08969FD29D7B2E16970AF863B_41</vt:lpwstr>
  </property>
</Properties>
</file>