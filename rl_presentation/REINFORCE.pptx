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ustomXml" Target="../customXml/item1.xml"/><Relationship Id="rId16" Type="http://schemas.openxmlformats.org/officeDocument/2006/relationships/customXmlProps" Target="../customXml/itemProps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REINFORCE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</a:rPr>
              <a:t>by Ao Li</a:t>
            </a:r>
            <a:endParaRPr lang="en-US" altLang="zh-CN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Background </a:t>
            </a:r>
            <a:r>
              <a:rPr lang="en-US"/>
              <a:t>Knowledge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Monte Carlo tree search</a:t>
            </a:r>
            <a:endParaRPr lang="en-US"/>
          </a:p>
          <a:p>
            <a:r>
              <a:rPr lang="en-US"/>
              <a:t>SGD(Stochastic Gradient Descent)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</a:t>
            </a:r>
            <a:r>
              <a:rPr lang="en-US"/>
              <a:t>Reinforce Learning</a:t>
            </a:r>
            <a:endParaRPr lang="en-US"/>
          </a:p>
        </p:txBody>
      </p:sp>
      <p:pic>
        <p:nvPicPr>
          <p:cNvPr id="4" name="Content Placeholder 3" descr="Screenshot 2026-03-08 at 16.34.3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60880" y="1964055"/>
            <a:ext cx="8466455" cy="3859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Markov Decision Process</a:t>
            </a:r>
            <a:endParaRPr lang="en-US"/>
          </a:p>
        </p:txBody>
      </p:sp>
      <p:pic>
        <p:nvPicPr>
          <p:cNvPr id="4" name="Content Placeholder 3" descr="Screenshot 2026-03-08 at 16.52.4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584325"/>
            <a:ext cx="10515600" cy="2038350"/>
          </a:xfrm>
          <a:prstGeom prst="rect">
            <a:avLst/>
          </a:prstGeom>
        </p:spPr>
      </p:pic>
      <p:pic>
        <p:nvPicPr>
          <p:cNvPr id="6" name="334E55B0-647D-440b-865C-3EC943EB4CBC-1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045" y="4120515"/>
            <a:ext cx="5092065" cy="16027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Polic</a:t>
            </a:r>
            <a:r>
              <a:rPr lang="en-US"/>
              <a:t>y </a:t>
            </a:r>
            <a:endParaRPr lang="en-US"/>
          </a:p>
        </p:txBody>
      </p:sp>
      <p:pic>
        <p:nvPicPr>
          <p:cNvPr id="4" name="334E55B0-647D-440b-865C-3EC943EB4CBC-2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5590" y="745490"/>
            <a:ext cx="438150" cy="352425"/>
          </a:xfrm>
          <a:prstGeom prst="rect">
            <a:avLst/>
          </a:prstGeom>
        </p:spPr>
      </p:pic>
      <p:pic>
        <p:nvPicPr>
          <p:cNvPr id="5" name="334E55B0-647D-440b-865C-3EC943EB4CBC-3" descr="/Users/liao/Library/Containers/com.kingsoft.wpsoffice.mac/Data/tmp/wpsoffice.CinPLz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715" y="2887345"/>
            <a:ext cx="4807585" cy="299720"/>
          </a:xfrm>
          <a:prstGeom prst="rect">
            <a:avLst/>
          </a:prstGeom>
        </p:spPr>
      </p:pic>
      <p:pic>
        <p:nvPicPr>
          <p:cNvPr id="6" name="Content Placeholder 5" descr="Screenshot 2026-03-08 at 17.24.17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0860" y="1645285"/>
            <a:ext cx="4892040" cy="33870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302375" y="2308225"/>
            <a:ext cx="3226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decision-making function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355715" y="3731895"/>
            <a:ext cx="3226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action-value function</a:t>
            </a:r>
            <a:endParaRPr lang="en-US"/>
          </a:p>
        </p:txBody>
      </p:sp>
      <p:pic>
        <p:nvPicPr>
          <p:cNvPr id="9" name="334E55B0-647D-440b-865C-3EC943EB4CBC-4" descr="/Users/liao/Library/Containers/com.kingsoft.wpsoffice.mac/Data/tmp/wpsoffice.yibsmF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748" y="4297045"/>
            <a:ext cx="4541520" cy="299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Maximize the </a:t>
            </a:r>
            <a:r>
              <a:rPr lang="en-US"/>
              <a:t>return</a:t>
            </a:r>
            <a:endParaRPr lang="en-US"/>
          </a:p>
        </p:txBody>
      </p:sp>
      <p:pic>
        <p:nvPicPr>
          <p:cNvPr id="4" name="334E55B0-647D-440b-865C-3EC943EB4CBC-5" descr="/Users/liao/Library/Containers/com.kingsoft.wpsoffice.mac/Data/tmp/wpsoffice.DbknuH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769745"/>
            <a:ext cx="9015095" cy="720725"/>
          </a:xfrm>
          <a:prstGeom prst="rect">
            <a:avLst/>
          </a:prstGeom>
        </p:spPr>
      </p:pic>
      <p:pic>
        <p:nvPicPr>
          <p:cNvPr id="5" name="334E55B0-647D-440b-865C-3EC943EB4CBC-6" descr="/Users/liao/Library/Containers/com.kingsoft.wpsoffice.mac/Data/tmp/wpsoffice.wpXmsc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916555"/>
            <a:ext cx="6296025" cy="2018030"/>
          </a:xfrm>
          <a:prstGeom prst="rect">
            <a:avLst/>
          </a:prstGeom>
        </p:spPr>
      </p:pic>
      <p:pic>
        <p:nvPicPr>
          <p:cNvPr id="6" name="334E55B0-647D-440b-865C-3EC943EB4CBC-7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60" y="3140710"/>
            <a:ext cx="3566160" cy="930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SGA(</a:t>
            </a:r>
            <a:r>
              <a:rPr lang="en-US">
                <a:sym typeface="+mn-ea"/>
              </a:rPr>
              <a:t>Stochastic Gradient Ascent)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/>
          </a:p>
        </p:txBody>
      </p:sp>
      <p:pic>
        <p:nvPicPr>
          <p:cNvPr id="4" name="334E55B0-647D-440b-865C-3EC943EB4CBC-8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7275" y="2421890"/>
            <a:ext cx="7156450" cy="587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Training Code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Environment: Mac, PyTorch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LWEdKbFoybHVlMkZzYVdkdVpXUjlDbFZmZENBbVBTQlNYM1FnS3lCY1oyRnRiV0VnVWw5N2RDc3hmU0FySUZ4bllXMXRZVjR5SUZKZmUzUXJNbjBnS3lCY1kyUnZkSE1nWEZ3S0lDQWdJQ1k5SUZ4emRXMWZlMnM5ZEgxZWUyNTlJRnhuWVcxdFlWNTdheTEwZlNCU1gyc0tYR1Z1Wkh0aGJHbG5ibVZrZlFwY1hRPT0iLAoJIkxhdGV4SW1nQmFzZTY0IiA6ICJpVkJPUncwS0dnb0FBQUFOU1VoRVVnQUFCSXNBQUFGdUJBTUFBQUR6RUlYTEFBQUFNRkJNVkVYLy8vOEFBQUFBQUFBQUFBQUFBQUFBQUFBQUFBQUFBQUFBQUFBQUFBQUFBQUFBQUFBQUFBQUFBQUFBQUFBQUFBQXYzYUI3QUFBQUQzUlNUbE1BemUvZGlVUXlxNWwydTJZaUVGUzJERk1YQUFBQUNYQklXWE1BQUE3RUFBQU94QUdWS3c0YkFBQWdBRWxFUVZSNEFlMWRmWXdrUjNYdjI5dWQyNis1WFd5aWtBaHBWZ1pDTUpCWisySkNISnZaZ0NLQitHTk9LQWorUUpteEV3ZGpCZVppQzVFNGNlWUVDYlpNd2l5V3BVRHl4Nnh0UVQ0UTNnTWhaSUxKakl4QVFqak0ybzV3SU5uTUlDS0U4Qis3dDR0OTVveGRlVlg5VlZWZDNWM1ZYZk94TzY5MHVxMnFmdlhxdlYrL3FYcjFxcnJiY1RDTkY0SDNYa0d1K2IzeGlvQzlIM2tFdmtSb2V2WE9rVmNFRlJnakF0OGd2LzIrYjc2TmtCZkdLQU4yZmRRUktKQTNVUlhhaEp3NzZxcWcvT05ENExITGJEWXJFSEpwZkVKZ3owY2RnZEtxcTBHTmtBdEhYUmVVZjF3SW5DWnNNSEtjVTRTOE9DNGhzTitqanNEaTg1NEd5NFQ4L0tncmcvS1BDNEUrZWJYWGRZa2Nqa3NJN1Blb0k5QWdaTlBWb1VyOCtlMm82NFR5anh3QjhLdzlIN3REU0hmazNXT0h4d09CSGlGYnJpWjdoSnc5SGpxaEZpTkg0Q1FoQTdkVEdJM3FJKzhlT3p3ZUNDeHYvNDZuU0JzbnRlTnhTOGVyeFRZNUdLOEEyUHR4UUlBUVA0UjBSTFVwa2F2T1hQT3lsMTE1N1ZYa1o2NEs3NElhV2xHK2FGR2xVMlhDcFZlOTRpc1dlU2V5dXAzcmxoeGM4NGw2SXZXWUxpNFE4Z3UrNjdHaHhRdGhrb2Rkd1NCNTI0TXR2OExtT0x2aU0vWC9YaHJSeXNUdkwvajdZUk40UmtRN1E4aDV2cXV4b2NVTFlaUy8vKzZIR01JWC8rbXZIM1ViL3RHZnVpUEhMMy9jaUZFeThkTGI3eXpSZmw3N1ovZmM4NUYvclVEdWNKRGN3dExWTDkvOUFPMzM0Q1AzM0hQM25VelZ0MWppYkpGTlIzS054b1pXSHAxT0FNdy8zK0U0ekZWZ3JxNXpGWGF5TU13ZGVOMThvRVRJeGE0ZHRxbGM1a0cvTjdwVWhVOUIvcFdwTFVaTUFGdHFiNGgwT1M2MElvTG9Wc0Qrc2ppbU9rK1N3NjV1YTMyNk52SGRMOGNwbEFoNVZyOXBMa3J3UE1pR3orRW1LSXhvUHZXN1RQMEx2K042aEdoY2FFVUUwYTJBbVZsUzQ1VC82OVZsb1VYWEpPUzVnSkRhN2lBb0RUVkR1Nm9IUFlBVUx3V0Z5Y2kwVkwrb2NhR1ZHWklld0N3Mm52VzNETVhxbkNWd3VkWkNGaVZwZFJKZXNaMkRud20zV3FCVGVOZDJGN240TFpDRGVwVEJ1TkNLU3FKWjB5SGtza2g2YWhqN3plQUI4RWVPRytBZGliME9xd1EvRSs2TUtsMmJyZzZycTB4OE8rVEdhTHV4b1JVVlJiT21GVGswZFhJWU4zZ0o3dCtGVUNUWVVOSjJVcGIrTm14bm51dUlUMTVVaHVLVlpSZHhTZjRSTXcxem9HV0EwQ05kQStJVVVzQTE5RmtZYlg4WVovRkVGNFVlSFBYM3QxUGtjNXlHTkZxbU5oQUltcUorVU16RlR1QWRGTEtMMkFuOS80QWJPMWZMT1hSR2FIRmNVcklGN1R1UXdnZ3VGK0YrN290a2U1SlppVmN6bHFnbnp6V2RqWGJMWFJXemU3bk9Cb0tYd2V0WEZlVVFlOHBjeWl6aWtzcS9kcHdjYU9ucmNKcXM2eE9uVUo0R1dMZEVtaFlQdTNncGV3bGNGSDRVb010dzNYUHNIYzVGTmhhQWVobGJYS3MybEhlNHNwMXNaaEU3NnRoS0RyVDBGVnJpMXp6NnpaU1VORHEzS1Y2cGJJbGxLNldPNklMUmJuVUh2Y3ozaUFwT3ZReGV2eGFVNjFZMDRwbGtGWEdCZklHeGtiMlVIR2p4WWlYbmJab1I5WFhyUW5kRkFYYmhVbzVDVXpTYlJlajJGNXJzc3Q0anhsN3l5Wnh0NkxpcjJiRStXVllSMjk0aXNpS0psQU10ZmFGdG1sRWZZQlY3UGkyWmxYZzFhNmtpdWloMDh0ZWRPN1BlSXlZcS9abndNcGVsTW44dGV6NmppQXUrZnkySUNHTGtRRXRmQ1p0bXRDZjZMQ0RFdkt5VHZtRHhsTlNUMytJdTk2Qzh6cFdUc2hudmtjdXlMK3BIWGFWY0hydGEwSXdpdGw5dzJSV2tFRXNldE5RQ3FtcHRtbEZMOUZtZ3U1TzhLNnpxUGtzZDllUjVGNlVENVExTlJobnZrY3NkZmlaOC9JSzZTdDdKS3MzZXRjaXlpYmpnaDg1bXVRQXA3UzhQV2xyeU1pS2JabFFSZlJiZ1A1U3dFWFdwejNJYWxxQzh3NVdUc3RudWtjY1JmaWI4SmpEZERORmRJU2JKSkYzTEptTGIyOWt2MW5oTEI5WjUwSklrU3loYU5LTlJoWTBrRjRYdVNVaS93SGg5czkwamoxOUY5TUVhMFBHNStLNnlYc2trSXV5bVhVVVRpTVJiT3NpUUJ5MTlGU3lhMGFqQ1JuMXhENDJ1bjd4RFFPbHFaN3BISGx2Nk0xbmx1bWlHcDU2NDJ0elpUQ0pXUVRZdlNZdldmZzYwOUhXeGFFYWpDaHVCaThLN0pEMkFyNjZyY09vOXV2V0tnemZ6TXliSG1QNU1Oc0l5OWJCMXcxVmhxL1JjRmhGcElOOVArMklYZWRBU09TV1ZMSnJScU1KR0xYSGczaGIzUzVPVWRaeTBlL1JEZWpNdWRnTW0xd2E1aUpkQncxVVh1TXUyc2xsRWJQZzJCSC9YUlVIeW9DVnlTaXBaTktNKzZDQjJOWXF3RWYwaERzUnVFMG9wOStnSllBYnBKWi9EQXU5MFNWNUdsYVB6NlczOHpTTGluaXMzKy8rY0tFUkZjT2pNMEJJNUpaVXNtbEZObklXaDE2R0ZqVlpEbGVCdXZpWXNwZVdTNzlGYzJic2RBNC9QRE85bzlBWDk0SVljbkUzckxzdjFQQ0pHKzVNY09qTzBvdXppYWl5YUVZakkreXpRNDlEQ1JodUJPdUJnWDlvSlNxbVo1SHUwNTFsUjRQTlUrWjgyWE9YMGF4SnlWMnAzV1FqeWlCanRUM1RvRE5HS3NvdXJzV2hHSmRGbmdSNkhIelphS0pQRFFaeHVpdnJFZXpUblc1RWZuQzRLVzJZdFhyLzdDSG1MZ3IrRnFqd2lScnNYd2thbWFFWFp4ZFZZTkNPNENmdGlOK21uallxM3ZEc3VkVVZlUVltNktQNzQ4NEV5T2JnUVhOSElKTjZqQm94c2orNHMvNlRzKzg2elFoQytFa1liQzJCRnI5Zm9MZ3RKSGhHai9lVkNLOG91cnNhZUdkSGY4cXJZVGZwcG95ZWhVVXlTb3JFQjU3Ni9rL1d0Wno0S20xeUQ0SUpPSnZFZVZUelRnRjJPZGNhc3o0ZnlxSmZCcXBjLzlBZ1kyc002M1dXaHlTR2lvcnRjYUNuNHhWVFpNeU82Q05nUWU2bElaaVZlcGFVYU5JcEp3a2pBdGR6ajZBLytZb2U3b3BGTnVrZnp3VnNVbnZMV2FtM1htbHkrMU1zSTBtdS9ydEZaTnBJY0lpbzZ6SVdXZ2w5TWxUMHpvbHRNWjRWZWlySlpDVmRaUVh4VlFYQ1hhT2E2S0RXcmFjRm9kSVltb0xsY2p5R0txMDY2UjdVZ0RGUXN1ZHZrNVFISGgzb1pyTjhLWkQ3SFhiQ2N6U0dpUXBKY2FDbjR4VlRaTTZNVlFGZnM1TFJrVnVMVnJDVzRpL3R1Mi9lQ0hWa2NqVXJlVVF0Zy9pVHpyWmVFRTdkaDJHZ083bzE3MGpDckRrbnRrc3dvUlVRRjIxeG9LZmpGVk5rem81b1FWcUhkRFQxczlMUlJ6SWlLbEhDUDVyam54cGZZU1pTVGdudldEL1VyTnJQR2pKN2d2UzBxVURUbEVESEtqQThibWFQRitHbDlZTXVlR1ZXRnNBcVZZQ2dQcVFtQmtLWkpCSnVLbEhDUEZ2a2phTXlycTNtakhtM29PSHVjZmhCL0NTTGQ3bFc5LytjcWdtVXFHK1VRTWNvdkgxcVUzNWNJVFdrZjJFb3hvNlhTcjhpeWZmSGlwbFRsMXBUNHNBcWo2SFBST25qOFNHcVZzU2dFUW1DaTRlUE13REpsa2t1NFIvMXdUZ09iZVJGNGxUWjRHV0VtQzRlU0NtSFRYbmhkUzd2VDJ5U1hHYVdKR0lyajUvS2hCVncwUDdDVllrWk44YndxOElVZm9yU0c4bXJBWm9WZkw5eUxFSGJIV2VEbURGL0pMSDlERndWYXc5SmNQRFBhanI2eVRnaE50UTc0TUZXWEY2Q3p4cFZtNEhZdkIrRXBkZ0VzSjlTdkl3VTNvdHJOeW5HbDRqZHBuRUJwUnJaRTVCVHdzcVpvdmZXQ3lDUHBBMXZmNDZCOEwza05WM3FmeUlTZHdPUi9wSEFaeHZaZ1JlTlN1eldLSjlxRnNGSEQwa25CUG04NTlMQkdsNU1aaElnTVI3cWhxYzRteDJnZWZpcnovTDRzZTVaek5hRG9TY05nVkxzWjBiNGRwd2tyektiYWpDeUpHRWdYWmt6UktvY3FNaVlKSDlncXdvOGlMdkZRQWg5NkdFSWFlN2FoYWl1VUUzSnVqZkR1SC9lNkVEWnFjYjlsb2JsaG9jYTVLSTREd214d0RHQU01MHB1RmhyRUpVazFydWtjTE5KV2hOTkVOTHE2RVZDc0NGSTRUbFM3RmQ3Vm91MXVmOVdmMXh0cU02ckZDUmhCUHhEQWNhSWljaGY5TEhEbVBBdEJCWGJ5eGFmei84ckhURXFlV1FHZkN6Nk45emZjT29wS3Z5WFMwakZSZ3FNQ1Zlc0NsVnRETGU2c1VDK0dqY3FTOFFta0JvVXE3Nkk0WmZFYzY0eHM5TUE0UTJnS1dzR28xdG5peGFMUjFWQS9lS2hKR0t1aTJrWE1pREtMTVNOTEl2TGllbmxUdEtSYm0vaUJyZHNCRVhVNkRJRmljb0RiSTkrWUpsUnRDUUs3TmZEN2xFYUNKUTUyY0RTRXB6a0VCa2FGRXUraThPdFp5cVduL3JXSEhTUzQyQ0VSelpVRzlCK1hhSFExTFBiNXFaVzZVUkh0VE13bzVBdTU3Q0lLYk55Q0tWcVNHV2wvWUN2WnhhWURGKzhuZzJ3MXFCS056YTNwUmNhdEUzejBEcHpodWtKTjh5cm9malZvSlR0a25lQ0lSMEFpWnJUdlVXdWp3SXNQVTV4Z09BMmhSRjM5dXRpUk0zd3ppb2dvU1VDTHBtaEpacVQ5Z2Exa00zTGF2RVBBeEFRZmlKdHRhWlZiQThZa0RQTndUSVJmTlowaTRsMWh2REw4Sjdvb2NQdUVoek9hWkMyWnA3WVpkYzdOaTJxQ2ZseEZSOVJXb2Qzd3pTZ2lZbFIxWTdRa000SmZ5NmJMdGFwWXZIRDlwWmhSNGQ2LzRZaFo5dFovRmdjangyRTFBS3kwbU8zdzQ5aU1iR1F5VzgyeTZLTFFTZmM4MTdJc0dCVjN3YzlxbTFGdGRVV01TQUdPbkQ1TjhXMzRDdTJHYjBZUkVYMGx3Ny9HYUVsbVZBdUdmcmk5M1pCdkpKZGlSaEg2MklwMkpMQmJXZU9JZTBRS0hIalhUTThiaVM0S2ZYeC9JK3dGWEpRTFlVbVYwemFqeHJyb1lUc2wzaWVqcmowM05vRlBGdEZ1K0dZVUVUR3FzREZha2huMUFqOTRUM1pseE02c21SR1lxL2p6WFJKdWFVZTY2a21oR3pFSmhGNFJuQkpRays4RjVyaHVRS25NNkp2UmZtVWdjSUNlUXArTXhxdDR3MUZvTndJemtrVVU1R1VGWTdRa000S1Z1b2NDM041NmxIOVFZODJNYXVIWlFKZjVqQkFwaVBGYW9GVmN1aHpJeUdlZ0FUY01kS0F4TjhVcVhCUytMZVMxemFqM3JPakxSYjBNYm9xRDBPS2ExTkVJWEd4WlJGa0NLQnVqSlptUjlnZTJySmxSUXhqMFFZWDJTNzVlNzRLYnpaSmdXT3lxY2NTa0tyZ29MV0RiZGJzSm51cVFrUENGY1A5cW0xSC9NbWV0MEZiME11aFdsVC8yeG1nMy9ORklGbEhVbEpXTTBZb0ZMK1VEVzliTXFDK05Sb1Z3RG1nRDZDeEZ6VWloZW5KVlNiRFdDckRkY1J2UUtMcWIxaE00YUp2UlNtQW1MamZSeTZCaDJSZTlidHBldDFLY2R2aG1KSXVvVUx0a2lsYXNHWWxMaWtoWDFzd0lrUFYvbjZ5VGsvNHdBYVhkM2U4VDhzSGQzVWp2NWhWd3owSVhoWVpGZ3BoZ2NYZTNUWjdiM2ZYTVNzM2F3SXhFYTF3UmZESW9oWHM3YXUxR1lVYWlpQXFOamRHS015UDRrUXAzVis3TG1obkJxQi9NWXJTVHBsQks5MXBrd2RSbDBVV2hucTdyd2l4MUtiM0NSWkhZR0pqUnB0QzBKdmhrUGVoNGpWMS9sUDZ2MG00VVppU0t5T1FSL2pOSEs4Nk1ZRWw4WG1BdEZheVpFUVNVK1hEanZCakJVUVJXSkVIMGlxS0xRbUZ5SjhyT0JtMmZHamJTZDdINy9tVHB5U1Y2R1dCVUx1Qkx6SU5TYVRkOE01SkY5Q1RsL3BpakZXZEdIZS9ueWpFWHN0Yk1DRGI2K2JWTlMxeG9wVzUyQ1VMRkYwUVhoWjd0Yzg5amxBYlFSckd6SlhQU0hvMTYwam1QRWplTHVhZGxWaW52RTJ6TVZXazNmRE9TUlpSMUJla0FuN0JXQjYwWU13SmtveC9ZQ2puVGcxOXJmREZIdnNHSGNPWjVEd2FZcG01MmFYYmM5KzJHMGROSmpabHJnYUdsMk5tUzJXcWJVWU1QQzdsdmptZDI0ektrazlvV3pUYjI2ZjhxN1ladlJwS0lWQkFwbWFNVlkwWmdqM1dKdDFpMFowYXdDSDZqejN1NUl2MlkwNzBXdjJueTM0NDRkZnBtdFBoejJremxva2pzdE0ybzVpL0VYQVowOCs1OHlHc0ZpbHUwdU0zY0U1VjJ3emNqU2NSUXVpQm5qbGFNR1NrL3NCVjBBeGw3WmdTeldtQTdiUjV6MmwzMFBBNHZoSFordVN4dWlXNTdnOVBlR21XaE9tMGtzZFkyb3lyakdMUitET3ptWEZCaXgvbm80SFRhbmNkVjJnM2ZqQ1FSUStuOFhBYTAxR2FrL3NDVzN3MzlhOUdNWU9TN3dXWDlKU0lzMDdTOEZsNG9kZjVEWC8xMEJlNG1lZmsvL252ZG8yaTRLN1ZsTjJTdmNsRWtWdHBtVkFxTnB2RE1aejVHKzczNGpxLzkyR05IRDZpc1FiN0g5T1I4TW5qWlFqVDlSaUJFUTk2K0RxNkVtU3dpaHEyRG5BbGE5MFZsSmdlRGdCVk0yamVHQldYT29obkJlcHZRNzB6TmZaUi9YeG5yVmNOclVVckhWNGJ4eFRDR1FaY2lkY2U1MlYwanFsd1VuZ1BrdGUrUmYwQUMyclE1a0xzZXZ5cWhKNXNLNWZPMHpHbEg0NUtSRks0MnJKb1JKNkluRmZmSENLMUtSR1NvMkFxNHFUK3dGVnltR1p0bWRCcCtpbGZmOHdEOGJzOEtmU2hQL1VvVTZVVnFNbjVhODhuaGR0N2cvSmMzaFVZUFJQdGt3VjlkTTVyanR1cWdEejhGYTFFUTVyQmJiTG5teTUwQVg3cVNQWjhOLzFYY0o3VnA4WmVDN20yYUVTOWkwRUdRTVVMcmk3N1FaN3puMnFGOFRYZ1BPMlFqNEJ1VHNXbEd6bEtGNFgxcElIZDIwbDFReWRWbTVjZi9ZNWMxMlAyZng0T0doVzFDcnZJMzJ5dmNMeWlnRURPNlpqVFB4ZUNYSDNjajQ4WGR4N3NCdDl0Z09pMTdwd3VVMmczZE4rSkZETVFLTTluUVV2bEdNUi9ZQ3J1Q25GVXpjcGIvNFlxRDZ6OHBkTUFLZlEyZklOcEtwMmI1NzY4OStCZVhFQTVtYjZZMTBUV2prMXk4UmMzejIzZVVyL2E2VTJvM2RETktGekVxZUNwYUtqUHFISGFqbktRYXUyWWtNUStLZTJsbnBBUEtIQmtJcjlYVG11dWFVVDlZZEtaeGhPdEs3WVp1UmtZaVJyVlFvNlV3bzdnUGJBa3NSMk5HR2w2TElGV21BdWVpeExiWE5hT09kSzQ4bGlHOW9OUnU2R1prSkdKVWZqVmFDak5xZTFCVXVsRW1RYzFvek1qeldqNGZkRHVNak9laUxGNUlZTjdSUEt2U0ZJUFlDUnpoa2xLNzdHWTBEQkdqQ3FqUmlwcFI3QWUyQkpaTDBZYkNkVHNGMTJ1WkZVK0MyV0VkY2xseEhiRHFSbGdWeWRVMEo2dnlMeUpONHl1VTJtVTJvNkdJR0JWZWpWYlVHdHJlRDByK3dKYkljVTdhL0JLdldpcEJ0SzRPclBvbTk4YTg2d1p6d01TM3g4cGNUb1NoUVBrU1h5Nlk3RFNxdGN0c1JzTVFrZGZOeTZ2UmlwaFI3QWUySkpaWERLU0tJUlFoUGtlNXRqYUd3RHRrMldFbnlhVEh5OExMSnJtRjlOQkJ5RTZ0WFdZekNoa241b3hFVkhCU294VXhvOWdQYkNsWURydHFudEM0M1p6bXBKOVZtaFliUW1ycldkdHo3VTZraHc1Q2FyVjJTak9xMlF0OEdJa1lDaHZrMUdqSlpoVC9nYTJBMGVneUM0UzZKTDFuaDl0am04N1B5MXo0T1h0M0srbWhnNUM1V2p1bEdiV0p5UW93N0VLUk14SlIwVjZObG14R1hBUi91QjZKUXNKSVZZR2VVU3lVazVaUWtUYm1GUTJLd2MwbVM2ellQaHFwMFVldXFWcTdpQmtWZDcvMSt4RGsvNnMvY1dQaUhJTk1XU01SRlQybzBaTE1pTjlTMlZjd0dYRlZGWDdkYlhZbWFJZ2R6NEtMdldBeUc4WEwwZzUzVStPSmdpdEs3U0ptVkdNYlJmUS9LMENZaVJqSUdtVFVhRWxtMUFoa2x0OUdGUEFaWmVZVXVmVGdjTDczdzJ2UkpIZVdEYjVteERlVjhrMmpPNjNVVG1GR1Y3M3F6TXZPWEh1VkhUTXlFMUhTanhhVmFFbG10TWVaMFRrRmoxRlh2Yjl5L1dEb2ZSYnVPSHpZVGlkbE0wZEFwVjNFak94SUZuQXhGREZvRjJTVWFFbG1GQkJqSmdzQ0Z0QWN0aGxaRUZHQnpIQzRLanFhaHFxQ0JROXJ5R1prUTBURnJVUXpVb0NTdGFwQXVsbWJCdTJHYmtiNVJReGtEVE5vUmlFVytYT0tJMU9tVElkc1JvNEZFUlVxb1JrcFFCbG5WZVM5Mk9NVVJydHYrYjNZMmcyUmNEZ0lSTjdTUDV4dUxIT1YzOUp2bVQyeVF3UVFBVVFBRVVBRUVBRkVBQkZBQkJBQlJBQVJRQVFRQVVRQUVVQUVFQUZFQUJGQUJCQUJSQUFSUUFRUUFVUUFFVUFFRUFGRUFCRkFCQkFCUkFBUlFBUVFBVVFBRVVBRUVBRkVBQkZBQkJBQlJBQVJRQVFRQVVRQUVVQUVFQUZFQUJGQUJCQUJSQUFSUUFRUUFVUUFFVUFFRUFGRUFCRkFCQkFCUkFBUlFBUVFBVVFBRVVBRUVBRkVBQkZBQkJBQlJBQVJRQVFRQVVRQUVVQUVFQUZFQUJGQUJCQUJSQUFST0E0SXZPM3dMNmthdDE1eDhJcjZjZEFIZFJnSEFrOWQzQ2JuSGVjMmN2MGQ5cjVOUGc1RnNNOXhJckM5ZVpyOERMNTMvWGVPVXlXVDhGSGRjWUtCZldkRVlPNlM0eEN5MDN3bHREOUJuczNJQlp0Tk9RS0w4SVhxTW5ua01vVmhGbWUxS2JlR3pPcjNWdWxvVk42aURKYklZV1krMkhDcUVhaHVPa1ZDRG5Zb0NBdUVURFVXcUh4bUJDcGRaNDU0UHRFOE9jak1CeHRPTXdKRm1NWm1DZGxpR0N5U2k5T01CZXFlR1lIbDE5RUZHdWt5QmpQb1ltY0dFaHV1K05iVEl5OGdHb2hBUmdRYTVDVzNaWnZBNmg4VElwQUpnVFo1MFcyM1RkWXlNY0JHaUlEamJKTjFGd1pDTjljd0lRS1pFUEN0WjRtUWVpWUcyQWdSY0pZSkdUQVlGakZzaE9hUUdRRVloRmdNMituRFRqOG1SQ0FiQXFmOG5iUU9lUTQyUkc3TXhnVmJUVGtDTStSNUY0RVNkYlZYOXFjY0RsUS9Hd0k5TDJ3RU83UWJqck8zbFkwTHRwcHlCRHBlMEJIMjk3dXcrajg3NVhDZyt0a1FhSHBCeDNucUl4WHd4RkUyRktlK1ZkazdnYzNPUHA3MDlrV21IaFVFd0F3QmNJa0dyTVZwNm1wWHo1bTFSbXBFd0xNZUwyemtWQzQ2cC9EQUVacEZKZ1NXZ3JOcWo1RmY5YzZ2WldLRWphWWFnZHZ2OHRYLzNZUFArbG44aXdnZ0FvZ0FJb0FJSUFLSUFDS0FDQ0FDaUFBaWdBZ2dBb2dBSW9BSUlBS0lBQ0tBQ0NBQ2lBQWlnQWdnQW9nQUlvQUlJQUtJQUNLQUNDQUNpQUFpZ0FnZ0FvZ0FJb0FJSUFLSUFDS0FDQ0FDaUFBaWdBZ2dBb2dBSW9BSVJCRjRqSmdtZUhFV0prUkFSS0JtYWtYK2k5ZEZObGlhYmdUMmpNM0lmNzUvdW5GRDdRVUVHdVptdENrd3dBSWl3TDVWUkEwSnZndXFUcnVQZi9PWisrK3Q4TWEycHFaVTFIN24vbnV2ZkpPaUhxdU9IUUlsMTBJdUpDdjJ2Zjk3TUxBazdkZG13ZXUxQ1gyVkxhYmpqOENUcm5ta2YySG1mei9tR1pMMkM0K0tENVVKMlQvK0VLS0dqblBhTlE2ZEZ6eCt2K0xTMXJWeGcvZTJyV29USStGUlJxRGwyc1o1RFIwS2IyVzA1elJJWFJMM2pjaTY1RVZkUXFTYlBBUk91bWFrNS9IY1I0bTlqMlJwcUFMZnJEMnJRZWFTTE9EWGtyU3htanhDNWdpRGNYUzFSS3NDcGY1M1JPQ2J0VnBjR1ZIRHdENzF1U0xsaUJEb2dHVkEwbk5paWpBSDZuOE0rMFR3RmtrTlhWcm9qbXVnTkxFa3Axd3owaHhqNW1EMU5kRFZaY1ZnNUhMSytMWlNYVndua3E3aTJwR21GL09FN3NBRnV0YklzOW9hdytTNnFVMk1oSk9IUU1NMW96ZHFTdGJVRHlsV0Rkd2QvSktrSnY2VFNnWmZtS0hwc3FaODdCTVFlclRCTjJzMXlFOForRndhN0pCazVBaHN1M2FrTzZjMHRUZjUvVy9XNm1nMEU3K3hwOU1jYWNhT2dMY2hvcnY5dFVpL3NxYVRDZ2JldU5NakwrandSSnFKUlFDaWhEUWQ3R2hLV0ZuVEk0VFpVcGVsNC9nZmNkTmpqVlFUaUVEVnRhTnptcUwxTk1lTlJlK2J0ZStwdkR5ZHMvOFJ0M1JLcEpoUUJFNjRacVJwSGM2c3prWXVxTHBDUDZUbE9EZVI2OHVyaVpxL3krMmYrSjlLVGlUR2k1T0tnTm1HaU9PVTYxcWFOTmczYXhjT05wM2V6eE1idE5HTUV2RTVLaGYzM1B1NHJpbHZXMi82YTdPdzBmWmR6bXphcHNqdTd2Y0orZUR1cnRELzdiNXgwYjhIMTN5aUxsekZ3dVFoTU8vZU1UWUhhVWczZDFhRHlIR1l1L01FREVSNzZiT1ZJbXpFV3hITGYxaXJWeVFhSHdJVjk1NE5yRXBBdjFtN1hBR1RhNmJITmhWaG95L2YvUUNWNnVBajk5eHo5NTBQMGV4YnJJcUh6S3dqMEtOM2lYZ2ZUcmZFSFR5dUM4N05kRmV0bGI1LzBpTXE5NG1Pa3Q0bVRlRlRrSCtsSmRHUXpYQVFnQjB0bXJUUFdldElBVHk3Y3dkMUlQM0JZZW9zMkZGYUd0Mm4yZkQ3dWdrS3FYeDhZdnc3RmdTYWNJOGdiVmpzbkxvN25SczBHYXJEUnZRUVN6M2cwQ1JzNlJlVU1UTnhDSGdiSXZvSE85STFBSGZuNmNzNzZYU01RbjNhYUVZNEpFZkRXMTFOZmtnMkZnUmcvNHNtN1EwUkRTRjc1RkFhM1g3a2RzTC83NDFXTWFlTndHWGpuc1NrTXE1cWRJd2s0ME9nN2Q3Y0xYc1NkQ0FxL2M0Nno2L3A5c0gvN3puV01hZU5nQVVmV3E4UWczTndmTWVZSHhVQzNvYUlhcjJVVVlRV05aZURqM090YnpzVFNYZTVsMkZKeHRFRjJhYjQyQzBVZFU5RkJTd3dNMUlFaW1WNjEzbVBObS8zRmJMMTNXM05JMGNuMWZZQk11MXpZbFJCUHE2STJRbEVvRWFOaUpCMVc2TEJzNDZiVGxFajhrZzc3Q3ZEUm5TdmI0dVRwdzFsWForZGE0YlpFU0xnYllod0xtMit6dUd4N3JyakFOZUJCcDg5WmRpSVJyTTJ1ZFl0S0FOUFRKT01RQWx1RXFRTGxtVDAzQjBDT3lMcFNmMlFtaGcyY2h5WUluSEZudzdtZUNsNnpJcklMeXhKNGJrN0picEdMMXlYd2hUOEtFcnhlWkdNUGhqTzE1U2xNbjhOOHhPQ2dMY2hvbmttTFZWb3o5MHBVUU01bFJiV2RDZXZXZW1aeTc2NE1xT3VraTNwVXNWSGdxd0lOT0UyUVRxZnRiM1l6bk4zeXBUZnpMNTRUUzVCWUxFT2RYMXBKTndqZ3VkTjdWd3lOSmtSbHNlUGdOSExSVkxGcmJwcmRUYk8xRkw4SXpBUXlxKzFJWEp0aWVGR0d0cDZVYVRBMHVRaFlIZERoTTFtanNOV2F0djFaRzNuMmJPT2MvS01WUkhEUmcwd294UjdUTzRHcjQ0RWdUYmNKMGpnRTF0STNscTlBdE5WUWJZUG1mMENPNkxTa3p3b2lEd0pzalR0N3ZuSlFtRFpFZ0tMMUlpeStCKzNYbkh3NXJPaUVQNHJzcW9RTnpvcDJZZElDYVVDZFowTDVRdmlCZnBDd1kyd2lucll1bzlraHEwd04zSUUvQTBSeVNKUzVmZ2hOYjZMM1lEdVdzajVyOGg2RWdhVTdZM2dVa3ltQ21OV1c5N1Bvd0ZSVGhScTVKS2h4WERENnZFaVVJTTdCVW4zNVNLZXNQQ3VHcHFDOS80dDBFajR2TGVvV3E0YzNwNytxTUFwY3VuQkE4NWtHR2NwYkZUbHVoZ3ZUTmg3TWdJd2hOQmt0bzFPMzV6RjBzQmpQa1BYN2NYU09iZTQ5T0RWc24xNGRQeWY5MWV1SC9CbG11OExwM3BCdG9paHlTMndQQmtJbEZ5RDJEU1Jaczl0RXpvdVZjK0FUSmlvYUlFeEZ5WnFFdUtkS2xIUll0MGtJZEJ6VGNMRWsvVmVKQUVOdmZWWTBkYStWNHNQRzkySHp4ZU4xbENLdDd3N0xuWFRKREY0MjdyUHFnRUhYUi9kV2Y1SjJYZUFaODNtUko5UDlHOGxqRFlXd0lwZUg2WEFtdUVoNEozT2Q4Y1Y4WDk1TFJRVkFrWUFtZ3ltcFlwM2Z5RVN2Yzc0OWRPVzk5RmVsVFUwYk1RNExuL29FYkRSaDVWRVdEa3NCR3JVRHRRcGZaendOa1Q0RTlESmNzNjdydzBCb3FlOHRWcmJ0YWJrWmhwWHZaSFIxZVMxWDlkb2dTUVdFVGdGUDkyWWRGMXFOelRHUjFNM2xkSWpxQVd4bkdMSmZWcXlQTkJ0bTB4SHcwYnM3SFlGTXA4VGFKZS8rdllIenRTRktpeE1GQUlkdUdlUXRFZVVVamh3UGNtTWIwbi85ZXZKaW9kaG96bVlhci9BRS9lb2lIVytCdk9UaFlEM3R2WDBpS0VyOWh4M3JtU0puWGc5bWU2QTZXbmNEOE5HY0tSYmlCbjk0Rm93SXowdVNEVVdCQXczUkJiNVhkZktLb2hjMjdjazl4NFhOZ0xqRG9Ma2pIM2Y3dnNHTEltTWJBSUVHblRDME40UTZZZHpHcnpINkVYZ1V0b0lXT1hMd0V3V3J2a3FrcnZXNXlPVCtmckIxc05BZ0w3RkE1TG15MFU2YTV3TU16Q2ZMVnQ3QktqQ256YnFpR2RHakw0andVbUkyWkVoc0UydFNOaGJUK2k2czhsZG5JZUF3cnl0SjVURTAwWTk2ZVZMM3RsS3JuUE1UaFlDWHZoeVlDN1ZIQ3pTVmt3MlVwSzZvSnNzR3dIQkN1Y28wVXIyd0Vsd0ZUT1RoNEM3U1pacFVJRUpyYk5sU1NONjJ1QnN3QXRlVVNOSXhKdFlRSVNaU1VLZ1N1YzB1dWd5VHFXQkEvL3NKSHFBUCtUVUY3MDFNUFhReEVJcXpFMFFBdlFHSHU1a0VhaTFVYkFWZklTWHMvTnVma01vMGJPVm1RVE1vaFMyeVlZQTNSQjVRNmFtblhQejNGWDRGMThBQUFrUlNVUkJWQW1oVEN5Q1JqWEJHK3FJazVyL0hZbUFHak9UaDhCMjFpbWp0cnBDVHo1YVNUQzFobUVqcDBtQ0xXREszZnVPaEpXT2tJa2FnUnpualJoRG1ESDRvS0s2RTJWdFk5MmFodzFyTWY3ZFJtVmhiSExjNzBnb1pjQktPd2prT205RVJkakx2QXhxN0ZjR2RwU2d6MGx5Ymo2ZFozblRkcjhqWWFzcjVLTkFvQWFReDZUMDgwYkFEeDZlRmRiV2lpN2lxbnJQV3ZPd3hiQVJmWHlmbStMZ0ZUWHJWSWE1T3k1dXhNbUM5ZmtReUhYZUNMcCtqQjhHekVUcFg3Ym1ZWXRoSTNyMmlQZTZDRHRZVUNnZFBxaTVhV09tQjFMblJxQll5ZjVhNHhYaFh1Y1NSUXdiMGJOSGROL1hTekJnRGlEYmZoMXM0VzM2bGZoM2toQ0ErOGYvN28xRVc5RS83cGJHZDBVSUZFR0pkN2hoK3hqQ1JvdVhkcHdxNTBDbHNjVHJJMFNnbVhXMUR6S3UyQnNiYXNMU3JBZG10TVpBZUpUK3p6NmJWU3h0T25CZW16bEo3QkwrTnprSXdBK2RYeEtaQ2RhM0YxdXVDajQxR0pWckwwdk0rV0tmemZvRytOeHduRzNMVEVTa0hna0NlNWxYK3lCZXo1N0RXeEptTVpES25iMU9zRU9ROUd2cmhmSlo5cUxiK2toZ3dVNk1FQURuVlNzcW9HYmF5RDZRU1F6RjAwWU9uZFMyS0Vsam4vN2ZBZmV0OW11UUtXNWZSOHVZSmd5QkhLdDkwS1RHcmFieUtVWURSZWRERml1K0dXMXYwc29tV1ZzNjdJYVhNVGRaQ09SWjdZTW0xVFZiNm9BNTg0L3UwbmNiclFMdjAyNTRzMHp1YWdwUEhObnFGdmxZUVFCdVY1N1RpLzdMYVBMSlVuam1NeDhEc3lFWDMvRzFIM3VjNkdzcDF5RGZZNjRSYkkxVXJNVTU4OG1LclZVSXRIS3M5b0dmbmZWK205cVFsN3FlbEZWbTM0WHllVnFtTTk1dmZzVzdnbjhtRG9GY3EzM1k0ckp6SkJGTXhrL0JGaDNzalJ4Mmk2M25HV1IwYTRTUVg2OVBISDRvRUVOZ1QvQnJqVUdaMTMvMFA0bjM4dU83Ty9SNmNmZnhia0IzRzd4c3JleTlMd0MrSTdIOFUvRUFVa0NIbWJFamtHKzE3emdudWNQVDFwWDU5aDNscTlreXpmdHMxdE1ZZWJTT3NSMkdjRkpwUFErbnZyM29ZNklZN25ja1d0THoySWxOOE9Mb0VNaXh0OCtFN0dROXAyU29vdnZackpYTXg2SU11ME55SXdSeXJ2WWhLbWd0aUowc2Q0VkZ0RSt3SjBmKzhHd3lMVjRkTlFLdzJoL2s2ck9jK1lTSlViZXdVVUtkcEJOczI2YUpabVFFM3RDSlliV2Y3OVZFQmU4c3g3QWxoZE1oZGVoamhqMHJVaDUyYjhqZkRJRmF2dFcrNHl5TTZOQUd4SkNvWml2VTZ1ZEc1STZaUVRuRjFIbFgrM1NXb1hQTjhKTTdtNEVad2M3SVlwNjltK0dMT24wOXdHci94bnhhcjdDNUpoOFBuZFpzR0tKUktqQ2h4cnBPQzZRWkdRS3cydTlxZHZhZjZsR25NY3pvSXlkYXpYM1dhSmFPUmhYMHNEbGt4cDgxV2UzSGZCU2tuZVBBbXdrQTNpdXlpdVdMemlKdTlKc2dOM3hhZzlWK01XWUh0cGx2b2FldFk4dDdmZFkzeUcrNU8vN2FMWkZ3eUFqQTJRdHRJNWpsM3o3THlUV2lzSkh6aEw4Nis3ZXJQc3QxajlueEl3Q3IvWE82VXZSaURDN2ZocHh1NzBnM3VRakFlVUw5YmRXSytzUjFZVVRyL2NsRmNlb2xNMW50ejhkRUdRdWtPL1U0VGprQUpmM1Z2dE9PMjNuNzVKU0RPUFhxdzhPbjJ0RmdjTWFuSGk4RVFJa0FuSDRlS0M4b0t0dHNSMVJ4QWF1bUhBRVlZTFREZUNZRDE1VERPbTNxRzZ6MkM1V2NCMjJuRGR2cDBkZGt0US9USDY3cnA4YzBURFI5U245di8wZGdSZlplUG1NaUpOSk9PZ0w2cTMxbVJTUGFnSjEwMUZBK0VRRndtdm1YdklvWCtWTHhQam9XNFdNOVBDYVk5eEVBZCtlQ24wLzYrOS9ieklwR2RPQTZTUks4Tm5rSWFLNzJ2OHRlOGtFTjZmems2WUFTalIyQld2cmVmdkdXVDVmQWZyeFVIN3ZJS01ERUliQmNKZ2QvSEpkdStZTm52bnIvM1ZmNEJzVCt4aHcybWpqRlVLQlJJZ0NyZmJNVWM5aG9sREpqWHhPSFFNbk1pSVNYNVUrY01palFtQkNBMWI1aDBqNGtPU2FOc05zeElFQTNOOHdTUHRFemh0czA0VjNDNC9DR0tYaU4zb1JyaHVLTkVJRytvUkVabkNnWm9SYlkxWmdSb0srZk5rdWplZmZNbUdIQjdoRUJSQUFSUUFRUUFVUUFFVUFFRUFGRUFCRkFCQkFCUkFBUlFBUVFBVVFBRVVBRUVBRkVBQkZBQkJBQlJBQVJRQVFRQVVRQUVVQUVFQUZFQUJGQUJCQUJSQUFSUUFRUUFVUUFFVUFFRUFGRUFCRkFCQkNCNlVIZ08vZmZlK1dicGtkZDFIUW9DTUI3YUEzZTBUOFVFWkRwMFVlZytGQ1prUDJqcndkcU1HWUVpb1NzamxrRTdQN29Jd0JtdEtHdnhZNCtLVkpPRXdKekpPYmpzU29RMnMrcmFyRU9FWmcxK0xSVkFWL1Nqd2FqUnVDRXdRZEM1dzFNVHQwYjFoNVRCRmIwUDRQbHpCRDgxc014TllPOGF0VTBQL1pBKytucGYyYzlyMWpZL21naFVDWHFUMW1ydE9qb2YwMVUxUnpyamk4QzIyUmRXN2ttZmpKRUc2c3BJelQ1REVpWm5Kc3lkRkJkUFFSZ0RUL1FvM1FjMklDN29FdUxkRk9Gd0lKQktBZytkOVNkS25CUVdWMEVGb243TlpuM1ZGNmUydVFVd2ZkaXA0STBuUVFyaE8xdjNFU3VMNjhtSVRBSEp3SGNwTytSSi9IRGE4Y0tnUWI3N09mQ3dhYlRTL3c2RVV4K2FFYkg2czViVmFiTndrYmJkem16S1pzaXhkM2RObmx1ZDNmSGF2Zkk3SGdnd0VKQlQ4QkF0T2M2U2U2SGlmMlJ4LzE3TUhCMXhiRFI4YmpuUTlDQ2hvS1dLMmNkcCtudWwxVkVDM0pMVzI3SEdEWWF3ZzA0Rml4WktPaG0rZ24xbHJ2UjhjVXowWFE5V0Jra29OMWtHZndQRVJBUm9LR2d1WU02VlA3ZzBEVVc4VHBmQWxwS2lBa1JrQkdnb2FET0RYS3R1b3hoSXpVdVdBc25pQzQ5ZlhsSER3ZzhiYVNIMHhSUzljaWg5b2wrUEcwMGhRYWlwM0tIa01OMzFuVnBuOU1qUktwcFE2QkZWL1FISDlkU3U0WFBSV3JoTklWRUZiTDEzVzNOSTBkQU80VUlvY3JwQ01DempwdE8wWXM4cHBBejJoUWF2RHlWQ01BbjFPdU9BODhORGRMVmQyblQ2WkJpNmhEd0hqd2o0ZUhZbjBhRDJHZmNLRFkrcERaMTVxR3I4RWwzSTYxRTN3WlJ1STYycWxDZlcwNWI5SXBIdTNpQkZqQWhBaUVDZmZmQnN4SjFuay9SblRWSHVjUFBMR2ZGcGExdVVESk1pRUNJd0o2N0gxc201eDFuWmorc1YrVWFqTGFJeDdGVjRFeDNYZFVOQmJHdCs5cTVaQ3c2akhiK1o4bFVlSFVLRVdDem1lT3dsZHAyUFJtQUZudldzYmFlVElWWHB4QUI3d1JSQlpiOUJmY0prWGdRMnRRUFh6WjRHVkk4Szd4eXJCRHdYNUZWaGJqUlNlWmhKNmpYb0U5cDMveENBZ1ZlbWs0RS9GZGtQUWtEemZaR0NnYXo0R0l2NFBuSEZKU204Zks4OTI2ajVjcmg3ZXh4dFVRUW11VE84bXNTS2ZEaVZDSlFMSG1yczZVSHJ6NmJpa0RoanNPSFU0bVFZTElRK0grL0FtS2N2bFZQandBQUFBQkpSVTVFcmtKZ2dnPT0iCn0K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RnNnWEhCcElGeGQiLAoJIkxhdGV4SW1nQmFzZTY0IiA6ICJpVkJPUncwS0dnb0FBQUFOU1VoRVVnQUFBQzRBQUFBbEJBTUFBQURQVU1iSEFBQUFNRkJNVkVYLy8vOEFBQUFBQUFBQUFBQUFBQUFBQUFBQUFBQUFBQUFBQUFBQUFBQUFBQUFBQUFBQUFBQUFBQUFBQUFBQUFBQXYzYUI3QUFBQUQzUlNUbE1BSW9uTjc5MUVFS3N5Vkx0bWRwbTBySHJZQUFBQUNYQklXWE1BQUE3RUFBQU94QUdWS3c0YkFBQUJZMGxFUVZRb0ZXV1NTMUxDUUJDR0p3U0pDZ29MOTFMbEFhQXFwVnZadUk0YjNZWWJSRStBYXpmeEJuQUVEMkJWdkFIZUFHOFExT0JiZi91UmlVbm9SVCsrN2tuM2RNWVlFdWNnUUVWV1k4WmVYSUVjakpqdnJXRXNDYmZXTWZyRXAwQjI1aC9DSnpuT1dQdlhoTDBBZHoxak9pL2tHL2VidFlpTGM3YnRaOWJkRDlZaWl5OHgzVmMyVTI0bzR1QldiQ1JrUGxKSzUxZnFwVU8yc1JhUkZ6MHBEL3BzUTlIc3hUUFdaZ3RqTnJobnpYS3BwZ0cyTGN3MExIUlR4dC9SVXdXbE5qTCtKbTVLak4xVXh0OUFyOFpsZzJhQ2l5cmZ4cEJCSk4xTHFiWnMxaXpxZktLRHBIVStVSkRVZVNEam03RFd0d01aMzZBMnZ3c1puL2k0TkF6LzRpWEhIdkJRNGJIK0hPSlhaVzdySE9qMWJLNlI5Nk84Zk0veUpqSnhpV3YvUERISHUzckFyNjFsRytKVHd6QS9xQkU5MERmMWtzckYyc1VZQStCUksxanZ3ejZEQ0RqOTUzUFlOWGFSdno1SlJ2akppM1lyQzJxYzJLMTR5VkZlOFFldm1OT3RVTFg0aEFBQUFBQkpSVTVFcmtKZ2dnPT0iCn0K"/>
    </extobj>
    <extobj name="334E55B0-647D-440b-865C-3EC943EB4CBC-3">
      <extobjdata type="334E55B0-647D-440b-865C-3EC943EB4CBC" data="ewoJIkltZ1NldHRpbmdKc29uIiA6ICJ7XCJkcGlcIjpcIjYwMFwiLFwiZm9ybWF0XCI6XCJQTkdcIixcInRyYW5zcGFyZW50XCI6dHJ1ZSxcImF1dG9cIjpmYWxzZX0iLAoJIkxhdGV4IiA6ICJYRnNnSkNSY2NHa29ZU0I4SUhNcElEMGdVQ2hjZEdWNGRIdDBZV3RsSUdGamRHbHZiaUI5SUdFZ1hHMXBaQ0JjZEdWNGRIdHBiaUJ6ZEdGMFpTQjlJSE1wSkNRZ1hGMD0iLAoJIkxhdGV4SW1nQmFzZTY0IiA6ICJpVkJPUncwS0dnb0FBQUFOU1VoRVVnQUFCVFFBQUFCVEJBTUFBQUJUOEpWNEFBQUFNRkJNVkVYLy8vOEFBQUFBQUFBQUFBQUFBQUFBQUFBQUFBQUFBQUFBQUFBQUFBQUFBQUFBQUFBQUFBQUFBQUFBQUFBQUFBQXYzYUI3QUFBQUQzUlNUbE1BSW9uTjc5MUVFS3N5Vkx0bWRwbTBySHJZQUFBQUNYQklXWE1BQUE3RUFBQU94QUdWS3c0YkFBQWY2a2xFUVZSNEFlMWRmWkJrVjFWL1BiTTd2VE96a3hrZ2xBVkdleXhUZ2tWVlpuWERoeC9RbzlsVkZFMHZaaGNRMU80Z0g1YW92U21US29Sb2o2WXNrRWg2cXRTRXdpcTZDMUVzd2ZTV0FSWEY3VEVKQlpaRlpxQlE4YU9xRnloa0plWE9tdTJCc0J0eS9aMzdmVysvOSs3dG1lN1ptUzN1SC8zdXUvZmNjODQ5NTNmUC9YanZ6U1JKUkpwNVZTN1JqZWV5cTY5Znk2NGJUMDFBMmZFSTNVdGNKMjdkUzlvTXE4dVFnTm44a1Z3QjdHSjI5Y0VyMlhYanFRa29PeDZoZTRuclBOdEwyZ3lyeTNDQU9jUlc4d1FVMmRlenE0dlZGMmRYanFNbW9PdzRSTzR4bmcxMmVvOXBOSXc2d3dHbSs3VmMzZ1gyZnpuMTEyL3RycUVDeXVab2VxMVVsZGpDZnU3S01JQ1paR3U1WGMySDVqUjdkVzdyRVZlR2xMWEYzZkhlVHovL29XcnVqR0NUNzVmOFBvZm1NSUJwUHBIdmxIeG9KcDFMK2MySHFaMnRNRHYxYi91cUg1SkR5dHJTbXB6WHQ2QnAyMlFQNU9NQk04SE81T3NiZ09ZRVc4bHZQMFJ0d3dZbXoyK3RPYzJEeXRyVTM0S21iWTA5azQ4SFREMjBxZzVBTTZsK2MyUzlQbnpUdlI4aFJGNjVRT244emNqMjEyenVRV1Z0NHZlZnB5QzhlMUh6VDdZV2JmSGp5cWRQNkRQbG54bVh3Rkh6alFWTXNmSlVRSFFJbXFYUmVuOFRjRlRUK0ExbHdGVGRRTTJ3c201ZnBvRE5YWVBtZFl4dHVlTEhjNWNPVFpqdHhIamtqWnhyTEdBbTJaR0E3QkEwNTBacmt4NWpKZ3pQQUZ2V05pdXNyTmVYcFYyRVpoMGhldEdUUDQ3YlZHaE9RWGhnenpBT1hiYkZNeFl3NjhHamlCQTBrOHBJYmRKazltSFY5UWhGSm15R2xmVnMxZGxGYUc0Q0hic1J1RktoaVpDOU96SGJNL0MyYnVNQVUyUlBoN2dIb2JrKzBrbXp3dGl5VVdrR0pqK25iajFseTIxVmtYbXRqeGVhamdaZHFIb3hVNVBSVmFSQ2N4YkNkL3FVYVBKeWhKSlJSQUUrY1lBNWxQZW9SMGdJUXZOZ2NFMFFVTld1THNERUsxWkJtYkZ2cUZ0UDJXcGJWV1JlVytPRnBxTUJSYzNRNGloVDBTRXFVcUZKVVhPbnAzZ0hZNkFaUlJUb1RSeGdXaVltWmZFTFFuT0d4ZlFwaTcxWGZoZzJYclBLZW93OXFXNDlaU3R0VlpGNWJZMFhtbzRHSlUvelRLVjJXSkVLVFJyUm9mMXNTTzZCR0RkR0VRVWt4UUdtR3pvNlNwSWdOSk5xUDZETEVOV0hZT01GaTc2RGUzWHJLY3ZhcWlMejJob3ZOQjBOTUtqMElNcFVhQVFWcWRCTTF0M0paanR5NW1PZ0dVVVVraDREbU9ud1VqTUNtajIyRVZJbXV2NEF6bzVzWW9DTDFVU0JwMnpCQVliZHh1VEhDMDFQZy9mOWJkdElIbDh1SFpyVGo3OXJweUpMTWRDTUlncHBFZ09ZV2JPUXkyUVhqcG9OZStPU3lTZXVvb1NUVEpzU0d4azF3WHZLSHI3cTBJelJ3TzdMYVBMcDBCd0I3L1VZYUVZUmhaU0pBVXdqNHJnakRNMURJMXhzWW1JeXg1cm9JazNvTWlaN3loNjY2dENNMFNEa3BlSHJ4d2JOWmd3MG80aENuWW9CVEMvaWtEZ016YWtkYnc1Tlg1cldqcHhLZXdhYW5ySUhyam8wWXpRd1BSdFZibXpRck1SQU00b28xTlVZd0ZTZExVYzZ4ekEwRXhiQkpwMzVRR25GT3h3RVZCVUVQV1hycW55QWh5bG9qWFViRktPQjBXVlV1WEZCY3lwbTdvc2lDdmMwREpqcG1IQVhBYzF1UlBBTjYwc1VkQWh5eGlZRlZDWHVmV1c3VngyYU1ScllmUmxOZmx6UW5JMkJaaFJSdUo5aHdGd1g4OXcxQXByckVVdldzTDVFUWNlYTluYWZvQ3BmbXZDVW5XWlhHNXBSR3NSMWV4aXFjVUd6RlFQTktLSndiOEtBbVdmNTMxNXdHUkhRTEVWczlNUDZFZ1VkYTY1YXBBUlZ1UzN5bEQxNDFhRVpwWUhWbHhGbHh3WE5hZ3cwbzRqQ0hRMERwaDd6MERjQ21nY1ZmTUpLQlNqZ2JuM0NUcVNUdUw4bzJuaktZaEhhRmhVNXZ5MFg2RG1VMjZpSzBtQWJmQU5OeGdSTkJJWExBY2s4Y29TSmdseVNKQXlZcFppSHZoSFFQT1NlUlVib2xrWFM4STQxUzREbW9pQjJsYVh3MnM3aW9zdGJZNFJtbkFaYWxaRmx4Z1JORExRdzZxS0lJbm9hQmt4WnVkM2lOdk83bFpmVXJQdkJwMEYzMzF2dGY3ODk2OUlLMFc2eGczeEh6OStDeWFaZWFpYU9zalBWUVdoT3ZlQmsvM1dmY1lSblFmUHVleXEzL0pYVEJhZFo4dnFQVm83L3c0SmJsaVRVOFpkOVVwWjZHaFR2Ly9CTjk1NWNzWnJjZlUvVmx2R2NYL25zNHkvOFNkVFBmTGx5UEU4MmtmZytzTmdtYWREOGpWOSsrUHhIWDg2cEN2ZC8rcWFIVHJhUmZ4RG0rRjY3cFp0SEg3ZGVWa3VteEY5YytGUFkwNGZtZ0JYU2lJcWZ1cm4vUXpsaUlEUUhNSVh2cmtDd2xiWnFRc3VVd1BPYkZYYWMzaXd2dmxsMXhJK2Fmd3kwVkpsaXdhbXdJY2p4czJJVWN3VVU3ZVZ2RVVxclQ0MHRaUXVQVlUxdmxPU0pDdXVqK09kc01TMnAySFhzMkttalIwOVZOa1RsV3hnN1htRmI4czV1SVBJM29oNjlYSE5yUGlSa2ZveEtCelRBQTFha0ZkUGlFVERBUTlmbnlSSjZ1NDg3ZjY3Q2pxR3FiU2dIY29NK3NFblNvTW45SzU3Z2Q3Z2dzUDhjNjZQNHRYWlRLMSs4a1YyNkQwTnRyVU1QMzI3NE1tL0ZmL1NMWHI0VlVvbW11cXgva3JHZnQxajcyUnpBRkp0R3Jzd3Q4K1o0TlZyNVZiR2JZK3dMeVZUMTFjbW1lbkx0UjgwSmR1V0Q2RXZWZVg5WVAweFVmTFo3cmVxbEplZEE3M3F0Q1Y2MnNyUTUwa2wyWWFieTVEOG15VE1abzhpa1VrdERVNUFMTUg0N1k5K1ZGQjlsVzM3dlpiTVBzTjlmU0FwTHJOOVdmT2o2QjR5OTlJRTcvckxNL2dZM0F4cjQwSHdqdS9USnBQaEwrcnhCUWJOUS90SFZaS2FhOXlaSWlnOXNQU0toK2F3K1FobkMzSXJkMXVRNzdIOXdVL3pjRmo4L1hOZldORTg4QnF5UVJsVG9zaWNXa3JzcjdHY05heStYQnhpOEtlNm5pN3o1eE1BOFhPeHlHYk9YWVBvelVvUWJOWXRsNGRBNTU0eW5tbVVCVDgzUUxVWEpJeFpSeDd6cVpTczdoWS9hdW95ZDVWKzNuUmIwUzAvenpOdVovWnBmUzBMemNCV01HWHRKaldqUnQzZlFkWE5nQnFQU0pKbGdYNkVMYlBFMFhXWENLSGtSWll1OS9rS1NER2d3ZDFNWEFsWWtNVTRhaEpuZXF2QmZ1T2tlMUY5T3J1ZHFZbmQzVHBINjF6UWYyRFJwMFB6czQyQXVvdVl6ejVlUmJ4Y3F2Qk5scHcrR3pRVDdQbkhUNU5EOHRRc1h3RUY4TGNqYnBWa2hoUWd2UEQxSlpvZHgyb2E1azhzRERIMDI0cWRGM25wV0hSbHFYbStRWi9EVlQyUkJjNUxKdnlTei9uWGRLa21hYk5tNjIzNldZc3VpYVU2cXQrV3RyeXpHc0tvaUN2MnFoYkMxYk5SUzh3THRXYTdVUkdsUG51Wm0yWFA5c3FCRG15T1NEeTVkNmZxa1dQNXhVZXBwUUpQVGlxUXZsbFYyM1N4UW5nVm9Gc1VybmhpQ2V0NlVUZlFselFlNkVwazBhQ2JKV3hVMHNkZ293elIzaWs0MGxBRnNEc2l2cXkvc0RrbVAwNENWL1Jha3FWYndpUkRnRnpsNTFqQ25NNVpzd01BOS9WTkhYOGlPSXBYNzlIdFV2ajkxZ0YwUmFxaGZRRUU0b3c1UGJzaFNOMm8yMWVlT2svSzRVV3AyVWZIWTBSVm8wUXNKTUZwaTdNY1VQMTlaRHhpbFM1OFJsQWZ0Z0lTK3IvSmk5T3lLeU5FSVh4R2taYjJPRmZmaXQ4QmV1aUJ5VlN2a0lNNnRpTkwzVkVSNG9sY2syNkpJL0RZMFNmSnNoZU1FZzIxTkVtRkZmbmxTcnFTYkExRkJjVXIxZ2Fxa2F6bzBBWGFwVnBLZzErMXlqYmZCOERyQk0rNVAwUXlZcW53NTNrTmR1aFU4SWt3OFVpak1JNDNtQ2tMVXlnWk1zY0kramxhSHVRYVRUOWt0NXkzVDgvS1cra1lNL3RVUWNhQTVwVTR3SnlvMnJIdHBUaTdlLzZhc2xORU5uSGZaYTR3M01rdEJYMWtQR0pzS0ozQ3RHZjF3MGlydkdSRFNsbDN2YUZTMFZNU1FOZUlDNkVvR2RkTUk4NEtNTXhUWVQzTktUNE1FeTgwVnlhbHFBTEZrVUFER25RMUJBZFlaTmtqMWdXVExMK25RVENvS0pVa3l6OWhmeU1BQmE2aHRwTTFqUWgwV0kzNm1RelBkQ2g0MFlZc1RnaTJHM1JGYmdNN25BV2FTdllyb1p2bTJaZDZaUmtvS1o1SVIrTXRCalVDdGo0TWNhRTZxYjRtNmpsczdxcUZXQ1prN3dTUWoyUkhYYnRLd3ZuQXBmZ0liMlpxdTlaWDFnRkZoU3JPeXBWbExRWE9TYjE2SUdSNTlLdWpPbW9pbXhTU0VNSWs5aEFKbGIvaEVtbzVHVDV1VGV4clF1Rm9SZkJDck5QQU9tcy9xc1hBK0xnZ1NkSFJEWnQxTHVnOXNtZ3hvVmgxb1BucENORUV3VGJPMTlYWE9mRG8wVTYzZ3ovb2xaUXBhN3poUlR5dWNCNWllaUc3ekhIU3RpN29OTW5XUG5iRXREQ1ExSmw5YTQ2NGxod2xHbzU0L3dLbmxjZUpTNm5CaVJySWpycTFSQjNIeUdUemQvMWpackE2SnhGZldBd1lFU2R2MExGeTBGRFROMzBvQzNxVGJhTEpWV1V1SmViQmE0L2NZb0tyckpiMzJicUI2ZzFkN0dtQlZwYUM1emt3SEFlb2pranZPcTlTb2dKQnpzdFM5cFB2QXBzbUFadGs0QkxDcXRtVVRlK0l4WEJwYXAyUTJIWnFwVnZDaFdWWlRDYjFYcTFhdlJncmxjZ0JUa0R2dCtrVWlYRittWDVXc0pUb3YydFFESElOTkh3NDUwTnlVN0xCZnRrZEp5WkFyNW5pcVZZRVgweE1QNUlaUzV6WWQ4bDlZMEJWUTNRdk02MmJFRWhVYXl2RFFVc2hDS2ZLclZIdElML2pvM2VRTktxS2tRNkc0RmIvellDVW9NRUJWSjd1TTFVeDFtMmM5RFF3MFlUMEZRUkNhbTRvWkNrRFBHY0hQKzAzM2dVMFVCVTJOazRvMVNneVhscG5RSjdLaE9XQUZENW9ZMmpva3cycXJoci9KNVFCbVZpcTVlWVRJbTQ0OWx0UWtKVGdoRWlvOElpdW5kaTlxVnVWdzh3TE92Qm15UnF0dDVLcUFoVXkzblAyZ3c4QlQxdCtFVkxYR0RTc2d0WVRCaW1XOW0wcktsZzI3MWxwV0M2TVp1OGJ2QURGNWZBU1FLbWRqRlNCbjYweG9ZdHhlMU96TUtoWExRWDM4QUNIY0lZWk01REo4WUpORlFWTTVNcW1hNmM5aTBqS1lFcHNRZnFSbWpTZSs2cS94RnNZS1BoR21DYjFBaEZuT1dRSjBOZ2N3ZFRrbFZSYUp1c3AvS1VkcFU4OVgvQllqV2MxZnRuR2RxS2xKYnJ6MU5HOGtmdVpURFdBUnhHVmhCZHVwVGlOUFdSK2FIUjJHTUg1WFZNdVd3T0d6NlNoU0pQamVmQmEzbEtZMlJwMmFqdldxQll0SENkS2tVRkdoTkJPYURRZDNQUjNGQWMyYVZBUFFQQ0d6emlYREJ6Wk5GRFIxWUtucU1XWHpnSVp0ZVQ4bEYyYURPNXdCSy9qUXJETzJyTGdDTWFsakxRY3dUYUhDdERDS21kZUlaVlB0SEFSLzJQQ015TkhjcEFWNTBOUnJVRW5LTHlPQ0psQ2hWYkRaVTk1VDFvZW0rVXRwZ0ticWhwelFweXV2MU55dzgxUW01eDhlNlFxVE1YL3hUZE9DNTFPSzRQQVhWMFYyM2ZpWEY4Qm9LenlEaW5NOHczOWEycFlWdGIraVYyL1NvWm5oQThNdDYvQUlzNEhFR04vSTZVUG5kR2hpQkR4OVdqSjlzN2g2MEV4U3JPQkRjOU95TkZ4MzBkWlM1YTFOaXlxaUt3SG1EbEV3d1RmY1UzcXM4RkxQMjdCY1cxRFQ4Y09pekxyYklORDh0T3FUSXNCMVBuVnNXZ1J4V2VER0xBUzlKcDZ5UGpRTk5YUS9vKzRBaTFVZzBQcXpTZVFVVll1dFZmb0NTUkZvYUhiMDRGZFZ1SzRiZS9GU0RjMnVqcE5VM3RCbkJ4Vno3SkVGVFpDME9UTitCTFFvczg0bEttcHFtS1JERXpHT0hxVGF5WWVtcWROVzhLRUpaYzhwTXN4R2VuSlhaWFFGVFFBd0IzaXdtOU1UQ20vZGRhSW1kTk1IUm5VejlialFMRk9mdnNlV3pmTUhyRmx5b0RLK0FBN0x4SXFyN0NBd3RKUjVINXB6ZWdrTm1wSzFkS2VnV3RQdFVqTGFLWnRwTVdIZHdJaTMxZEJFTDlZTU4raHpXZHpoL1JOVm5BSE5MQitvWm5TTmd1YXlhcEVPVFZvNU1mYWFmMUpVdUE0UFRmb0NZVU54TUlkZXFrUmN5eURLQjB5ZHI0dTlmeDlSZG1Jd3JLVW42eVdEVWhlYVBVZ0NuZjhTMUlpZzJRQnZ0MmZtemxVMkM1clArZkJOVFIrYW04eWNNbEtvazBBQmE4aHJHd2x1cnZEZWg4OXJhRmF0VlpVbUF5dW50WUltQW9oZGdUZ3RwMW9jSHFuR01QYXl5bHZYTEI5WUpISFFQS0ZhVk0xd1VFVjBoZTZVTEVlbVE5T3hnb2RmR2tkdHhSUmd2Nnp5OXJWSFltdzVvdElDekNaZkZ4KzBmQVFTMTlzdEs1NlVEVXBkYUtwajlCZlo0dm5TeVMzWTNsMUhZMkd3dmF0c0tqUUxkQlpLNll4cTNrSVVwaTMxRVZXUTlCamIrbnVWeWs1NDB6VEkzUEFsdEVLUzYxTGt0TE0xV1JZMHlXVTFUVVhMU2pua3c5QnNaZmpBY0l1TW1scmJER2pTTXhXZVhxdFlwMEhUczRJSFRlTHhPbVhLaDZ6VnVHSkoxekJnUkh4c3VIL2h5UFYyejFwUG1XTWs3L0NJSWdKUEc3WjhQRUhSVTVWVFB1VE5wdVVadjZtcmJCbzBENWNaZS9sLzNEN3ZRdk9COGlXN04wdFNmM25wci9weStQMGoyTWUvKzg4V2JHZ2VHU0RNZ2lZdDVHcUdHdENVd1RJTXpWNkdEd3kzRVVFeitZQ3lnM3o1SW0xQzk2M2dRWlA2YWFlZnNMVlUrU0JnWmtUY3FMdlRwYnQ4SzVzNUJ2ejA2WU1iTlpNM1NHWDB3Um5YNFlDeXZ0Sm9lOWRxeGxxYXVMbktwa0R6dHdDQno0RFFnK1luK2c5VXJCVnNNMGVFVXJxNGlYZGpGM0Nub0VtcnFqT3FWbC9YcmZtTUN0V0VUcHM1Qy9HQXBqUjdHSnJsREI5b21jaEVyVFZQcUJZWlVUTXB3aEE4cWNFNUVEVUhyQUNXRGhGTzFPeCtLb25lTlFTWVdiSGg3cm5RZERhOXRESmVrV3d4SGk1cUNjN2hFYjA4TFZKTkV5QXpHbWlTQ2thdXpSOTVSMW5jKzhEQTlIS3BUVzNtTFJpMXdQSFZDWDZYcVlZU1BKSzZreFMxNHJmSDJBL3kzUGFnNmJsc0NHaG0rc0RXYmpUUVRJci9DZHRRa3Vad1VFZnllcjRWVU9ZUWVmMjBkYlR6QWNBMHhBeXptUU5OaXJ4cmtpWEcveEhOM1lObThtQVZsTjdhYXpUbm1ubkhtaUZvRnNycXZNdURKbGFMR0duNnpHOUorMEozME0vZ3ZVbzVKeWhvMG1OUVl4QkZ2NTRUTld1S2lKOHl5dFZPTUdwbStzQndHMVhVQk1mQ3A2cm9sNXJ2SE5TaE5zVUtIalJwUWwrMU5jdkk1d05tU1dDeTYwTFRlY0FDMWJTZ2huSXpDZk9obVJSZlh3R3RtZkZCTTYvMkN4bmF4UlhuSFd2Nmo2NzhxSG05MXNpRDVncGtsdzJJZXBvdVN5Yzg3bEZMUlJ1YUp3Ym9zNkJKMjRPMm9ZWStzV3ZOVEI4WWJpT0VKdDdZZnhDcXloTnNENXBwVnZDZ1NmMnMyWnBsNVhNQlV4Rjd4S3E3RGJKZUpVd1NFcVI0MTIyWkE5REU1d2RkKytBYXJSb21MQ2tldUE3N3ZpWk5mWm5EMEZFV3pCVXdKbmlFdzF1cHlreUF3aG1sUkV2MHFjU1lmRE9kM3U1NFN0V21YN0duVk1OT1E3TnFMUWwwSzFjRHM5WWtnTFUxRlMwdzVENC9HRFV6ZldDNGpSU2F3RnBGcmFFME5KY1dTVnFhRlN4b0VoRk5jbXRFRzA3WmdEa3NaeWpQOHgxMjJYQkZ5RW85MWh5TW1tZ0RHMHB6Q3dZbE5RVWFmdWJjQUQzd2szNWh4YVlId00zb2NDcm94bEVXOXk0d2NFS2tlQUlLUGpSaGRxVnV5UkFPaUJBRlhYT1FySnMxbFFQdE5xNEdCcG80ZmJaZEJuM2s4NmNnTkROOVlJc2R4VnJ6emtYRkVRdEdNVlE5YUtaWndZT21jK1N1K0dWY013RXpLZU9Baml5Q1Fjc09JTkJSUDhFVHg1cFQ3K0JrVnRTYzFqR3RhWEJNUlA3TGxMeGhIUzdLU0Fvb25FNy9kRFFVZEpISk9NcWkyQVZHeTRRMVFBSFFuS3BSVXhUVGhUWS9HenhEcDR4NjNTbEt2RjhBU3grRUNYM2V4QisyeTkyQ1JlMXFZS0JwdjJFRThwS093a0ZvWnZyQWtncCtDL2F0eXBkTnZ3NVlPNEgwSFhycm9tb0cwd2kzdTlCTXRZSUh6YVRLMklybWs1b0pBNllsTnI3WUFFb0hDVDROTzlaaHhLcTRBenBTZDFKNHcwRHpNRk1uRGZDNWc2Nk9uZ010RFlkK1gzUFRxR0N4a1ZsSFdaUzV3T2lhcnMxemFMWk9VRHNGVFV4UDhxVXFyTjMxSXhuSjJiMVk4VmNjSGsyRHZwR21tYXVCQlUzMDQ0eGgydEdqSmdqTlRCOFlicU9aME90cXlVSzdOT0ZKRjVxcFZ2Q2h1V1FOQVZ0RG5ZOEFURk9ZQ3BCYjBjMlFjVDYzZ2MvVUlneUxDSnJwRzJKb0dXajJ6RDUxM2tZMUhUUkl6OXZzaDg1WDgzYlBqckpnN1FDRDVwWUZLUTh3QWpCY2FHTHJLd0ZKbEtlTlp1K3g4cUswcEZHY3dGNXdHMEVUUnhiV1VKeitDaWQxTkVBSmlGWjRSVjJEa1c3aFFGR01hS3BIQllMM01sVzZLZE1ITnRrb29tWmRUNUE0dmhCS3VkQk10WUlQVFJEcE41eGdKekhKMnFyMmdvQlIwUkp1T1dLM1BHalB5bGdOcUtHRXdVc2lPL0F3a29ZbWVmVWlMeUpVSzJKZXNLa3JaUDEyTGxBemg0MmpMTmgzNUY3akVNVjZPblZSSWxzcDBDUjhuQk1FVFdjaFdLNnBadXBhTjBwZ1ZwUFF0UG5qc2F6b3U2TUJtbXRvSW1PNXJLeEhUUkNhbVQ1UXl0RjFKTkRVYXhac1pzUVdROFlqTEg0MklDVFZDbnpuSTdZbm5FaXZVN2w2Nm1OUmZzTi9JZ0NEd2JoS3RQQzlnaFp2T210V1ZRQzlDVmx5cmNMRlc5REV1TkpQa2t2dW9PL3FDczU0ZXorNXg1cUpveXdFQUlGckpJZi8reStvcG8zZFM0TW1vcFFjU3lYVENlbzBzWERTdW9sbll1MU9VWk9PbjhoaklvbVBXVndOVUtPaENTQ3J0UkdaVDYvaGc5RE05SUdTVE5lUlFOT2NoQlRrR2hXeXhheFpia05JdWhVSUpCWVJ1cWFuQVRqRXdSWnBHZ0VZOVlRYjBIUmlIVXgvbWxpSVpGNGQyUlJUVUdXQlYraW9pV0NxL2RQUk9VNVRVVEZKOHRyV0JTUEk1ZXB3Y1pVbEQ3RkZJamhJSzJKVWFwQ1YwNkFKdE1qdm9kRUxZNFRad1MxUno0eGZZRTFHVFlMaE1rbmpxYm5DTHlWYkE1Um9hQ1pkTTFEb3ZGK0YwQ0EwcmUrSVhCOXdlZkpuTk5BOHAxaE95MkVFbklrSERkVlZWS1ZiZ2NhWlJZU3pabFpUZkpMdWlzN0tUQVJnOE5jL0JMRVp3UHdlWTREVWtLbXAxcG9FOWcxTWtqSU9hV2dpZnV2anBiTDY4SjAzQnViYmlzMzJyNGhzdGo0ZUkxZFovcERsREpITWsrTXA0QzZJQmxONG0rT0lXbzIwTkdLYkhMQkVValc5U0ZxRFMrU09XV3ZXK1VuRkRPQkpBTk9CY0ZwcWljbkZhQUFhQTAzc3V0WlF3RlBKMkNZTXpTd2ZLR1owSFEwMDFYQ0I2YVFOMUFkdVBGeWxXNEhlRENacjRPMkMwL1FMajhIVUlrMHJCNmdDL3RjNFE0Q3A4bDBObXZnbkNaWUZFWkFWZ0tFV1dmYVFmRnFub1lrRjg0YVU2LzByTjhCbXdXaTAzVndEY25QYU9zcnlQN096VE5UMUUvakJhRllCOStBcmVZRHJuZU9WZWw1bzZXRjV2UXgycUMrS0w2YUlVcWVTQWVHcEVrVy9PYjVsNkpwaGMxQU9kQVNGWldyR05jQlZRWlV2ampUbXkyYkRpTWhOOUpSQXU4d3o3aytXRDJ5cURHZ3EwSUIwM21KdXZiNXNNYWtyWHhOK0pMcndMU2RSVFBFNU9zTUtpSk1XVVlKSFJoSWtPTVhXT1MwbkRCaE1abktNV1BibDdidHNSZk9oUWM5dnB0aGpmS0EzcEhVMU5LMXhVV0xuVEVOYVZHaWIyOFZENW52TzBtV2dzYU1zMy9ud2libTVTSlJOMDhkMmxXWnNzYjlaMTRBQ0ZpUjRZUTZ4bEVlYzA0UGFTTVBjSUpjNXM1Y1JGV3FKV043ZlpmNHhlMU0rV1FJalN3T09DT2xsN05IVUlnemhka1V5eDl5aWh4N1FvK09Xa1ozcEE0c2tLMnBhVTFyRHJFbm82ZjlwdTdYSTE4MDRiNms1R1dVMTFJcUlsR0VGMmg0WklyNWJhcU1OcGJMcXU3aWwzekJnY0VZbG15MHhGMUpMOXRCRjVHa1R3L1Z2SWdpdTRkRGpETjFaMjZDaysySlJra3hYek9FREZSMHlnMUJTYk9OQ2s3S3pUUEI0T01xaXJzdm5sb0t3UEVLaCtBRG83VTl3WE14d2FCVExHaGdsY0w4aW5QU0hLbXdXOGNjYUJ4SWlBVjVXUWlwMkY2SFNpYVJ6Z3ROMG1md3M4enA5dU90b3dOZG5haFU3VldHdkZKeWJKcTRBcFNxMEp6MGR4QVdaL00zeWdVMlVIalZwdFYyVFpIQ3pXbjFROFRtN3RjZ0RZWEo0RnFzcTJnRW01UEVTSHpKWlZuQ0lBRDRkTnUreXZyL1M4b0tBS2VraEFvMkVuV1hqdWxwbjhQc09mOUJNZjAyQUFwU0d2STZheVYxYk5VNVkzQlE3RU1tRnBxZW5kSDVibWVMRDUrK0ZFWUdlZDM3eDN6STR1TXJ5NTZDTFNYS1hzQ3hHRS8vRG1uT1lvbUcrVzd2ZlNKTEh6cGVKNWRrTHRTUVJiNEJ0M2JjSzVnRHNGYm9tdlRSelltSEQrbTNVZmc2Y2djZkg1Y29TMHpmMzkzUVZyRVhDa25KUmFmQ2RGejVDd2w1K1g0M1hQVnVpOEJmbGVFK21MendPekxQKzJRc0xpYVI5eFFYNkU1ZHV5dkNCVFpRQ3pZSmsvczcvVHBMM0NVVmVjZUVMaVNvK2U0RjMxMktDQ1YyNjhJOU1VT2N3SzFZWE9WMkdGWW9PVVpMOE9tTWZJL281TVp4NVUvTVRCTXk2bmtmbTlWNUFOSjlYWTRmZnpqQkE3NW1WVjhIYW1LaytvQWFlZ1dheGUrbmZRZm0ySnZzQkk1NXlyZFRaeWFYSnZZUGZkY3BDdWFzc29ubVZYYm45aHNvWndSaC9WNVBkK2w4dllEL0ZvY2Y2TlQ3SkM2WWIvUENINTl0RWpYY2FMdjNydHoxM015MmVVTFFFZ3Y3MzRXNS9qVnRlLzYyNk4wTEE3WGY4YWxuR1h2Q3hOY0NvRnduQ0tEM0syRmNmZU82L3lEL2xLVFpxZ3FCR3M2SklhbUVobXRCdmhnOE1RZW8yQ0VzTGtlQ3pqc3AvTGRIRllqcTBtTlRaeGh2NjhHWGhRenErSnZqemR1eXZuL0hvRlVHV1pRV0hDS1RvNTB0dnYrTkI5clRGWFdlRGdLbHI4VUJBVGJkRHhwdUk4WXBlbGROQ3IyTjY3akhRVEdiSytIdUlGY2Irem1hQ2ZFK3RHTHp5Nk5zNTFqOTI2amI4U2V1VHgxS0hIekh5bEUwU3ZOWnVQUkIvQzNmSkU2ZEJlYmg4eXhvdXpmNXgvUEhHVTd3bjVmN3gyNDYrOEtUMDBWeVZFL1B4RGtJdlRYVjU3Zk9vK0pIK0QrdmFSM2p4cFRWZFlHdFFSd2VVTUU0QVZGTDZiVWs5dzQ1eERZN0JBNXoyNktsamxVRm8wbXVTS1Q0d0lqT2dTY3hQbmF3UU5Fa1JZazdRVkRMYk5nUGtXMDhreFNiL1M5ZFBMK2dxVElaSUsvSSt3d291RVdoRlA4VTBwRm1wVEFnd0U4ZmxTRVpBZUpGcXhLOVQzdmJsZlRmM1AwNitUYWErdFBWN2l0S0NabEw0L0VsMnk5bTJxbExYTGx0VDJmRmRmV1h4NStzZnFyeG1WUXQ4Mi9OdjNoTGE2NkxNVE9Iek4vZGZrclZ5U0lydnY2Znl1azhPTnFaL1R2QTd4cFVnY0RWd1czekhQWlhqWjJ0dVdjUmRxZy9zZGlrVHVsMGRsYjl6RWJQRDU2djkyNzdLM1MzYkZQLzVadVAyTEN1NFJHaUpmdDd5YnB1TnJjSDJBVk54bzZqTlZPZHRhT3BDSjRPdFo1WnFEdDBPYjJLVTNhR0kvZEI4Rk5DOHl2Mk1BY3lTanQvWnlvYWhPWmUrMHNobXViMmFHR1czeDNsZnRib0dvQmtEbUliN1VEM1ZSV0ZvSG1UZlNHMDU0c0lZWlVjc2NpK3l1d2FnR1FPWW1QK1pIb1ptYWFlN29EZ0V4Q2dieDJsZlUxMEQwSXdCVE1GNm5wemxyekEwemY4WXl1SXhrdklZWlVjaWFHOHp1UWFnR1FXWXpad1hLcVNIZ3RBczhzY3l1K0RQQ0dWM1FZdXJMV0wvUXpNT01BM3g4a3lldVlQUW5OaWRwV2FTUkNpYjE1RnJwRzcvUXpNT01CRlVRV2cySXJiNUk0RkZoTElqa2JPM21leC9hRVlDcHZwa3lCRkJhQzd0eXFrbXFSbFdOdFNaYTZCKy8wTXpFakQxNEtGN0NKcUZuYjdiRVErWHNMTHh2UFl0NWI2SFppeGdybVBMQVNlRm9EbTVPMGRIcEdWWTJVQmZyb1hxZlEvTmFNQlVVOThac1h3WWd1WjYza3VXRnA5UlpJUEtqa0xJSHVleDc2RVpEWmhTNlBnb0FFM3JQM0dPMzZkQlpjZXZ3bFdYc04raEdRK1ltY3kzMEtRVEF0Q2MxVy9QN1lMVGdzcnVnZzVYVzhSK2grWVFnT21sZkNCam16OEF6YzNRZ3NEbXRlTjhTTmtkQzlqN0RQWTdOSWNBekVUZ1dESWZtblBoTS90UmVqdWs3Q2hsN1ZGZSt4eWFRd0ZtU1gyNGxPNkxmR2gyZ3VlaTZWeTNXeHBRZHJ0czkxRzdmUTdOb1FBemwvK09lakh2dzUvcDlPOXJ4dWZwZ0xMakU3eG5PRGQyN1FuSE9MbzhKR0E2K2E5YjVyM1QyY0RYS0x1YkFzcnVyakpYUTlxOC9wajlha2pmcWN3aEFWUDRRcTdBUDI5blY3L1YrVlFtbTI1ME5RRmxSeWRvcjNLYWVkZGUxU3hHTHdPWS93ZlYvSG4xMnp0Y0JBQUFBQUJKUlU1RXJrSmdnZz09Igp9Cg=="/>
    </extobj>
    <extobj name="334E55B0-647D-440b-865C-3EC943EB4CBC-4">
      <extobjdata type="334E55B0-647D-440b-865C-3EC943EB4CBC" data="ewoJIkltZ1NldHRpbmdKc29uIiA6ICJ7XCJkcGlcIjpcIjYwMFwiLFwiZm9ybWF0XCI6XCJQTkdcIixcInRyYW5zcGFyZW50XCI6dHJ1ZSxcImF1dG9cIjpmYWxzZX0iLAoJIkxhdGV4IiA6ICJYRnNnVVY5Y2NHa29jeXdnWVNrZ1BTQmNiV0YwYUdKaWUwVjlYM3RUWDN0MEt6RjlMaTR1ZlZ4c1pXWjBXMVZmZENCY2JXbGtJRk5mZENBOUlITXNJRUZmZENBOUlHRmNjbWxuYUhSZElGeGQiLAoJIkxhdGV4SW1nQmFzZTY0IiA6ICJpVkJPUncwS0dnb0FBQUFOU1VoRVVnQUFCV01BQUFCYkJBTUFBQURrYTRva0FBQUFNRkJNVkVYLy8vOEFBQUFBQUFBQUFBQUFBQUFBQUFBQUFBQUFBQUFBQUFBQUFBQUFBQUFBQUFBQUFBQUFBQUFBQUFBQUFBQXYzYUI3QUFBQUQzUlNUbE1BSWxTSnU5M3Z6WmtRTW5abXEwUnhzdVJlQUFBQUNYQklXWE1BQUE3RUFBQU94QUdWS3c0YkFBQWVUMGxFUVZSNEFlMWRmWXhzU1ZXL1BkL2Q4L21ISDR2UjdVa0lDbjlnandtdWtUL28wWVFQQTZiZkpyemRMQWgzVE9DSnNOSkRjRmt3WWo4UkZqVFJucXpzbWdkS2Q0UnM0QS9vU1FTTUp0Q0RCTlEvekR5Ky8xQ1pOcmdMLytBOFphZG5QOTdiOHB5NnQ2cE9mZHk2MWRPM1p5YkR1NW5NclRwVmRjNnBxbDlWblRwVjNSMUZ0NS9pVzZEOFAvZ01pbWY4WTgxeGhiZHFFVTN3Z25HN3BuUi9FV3FjSng0VmhzLy9qcVBTWFZmSEtYMGh5MVo1cTY2Tlg3ZUY0ZGhNNHMzeDFUaFhIQXFBTEx0eHJtcDBIcFFwRExJSHo0eGRuVWVPZDhibWNhNFlqQS9aTW52NlhOWElyOHduTi96cHhhUVdCZGtaTmhoYm9WTHp2ckY1bkNzR2xiRUJWeHJQckRqZDFpaXg1MDVMWUpXWmEzcnArUzl2RG4vL2ZTTk1lcTJiQldqYk94cEJZZ0h5SnMzaU5DRDdnMWMyNy8xMzNtd3JiNTkwZlhMNHo3QWlRSkFqSkVtMklQdnhtRnU0N0hnM3FEeGtXbVlib1ZrOSthYll0aWMxTEdrcDFUMnBnZnAvUGF4NG9ia0laRnZzeXVWN0gzendnWHV1c0I4bE1wNEFDaEtheHg2WmViUHN5Z0d2NGZFNjhLaituNGZSYVNUVlJOVW1MOHlFN0ZjWSs3MHZQdS9PRnpmWk1CU3o5U2NMVWJOK2EydzI4d3FsV3Vnc2JFSUYyY1NxVFJSSzY5Z1c2ZzA5ZGM2QmJLWEZodC80cHkrL2dqMjVFNVdiWjFGRnFudVRqZDk5bEo4bmJFRDI4NHg5bmVlZWl0bHczVk5PSmEyTWJiUWx2R1paNkJoUnNvM1ExTHNBQ3NNclY2NDA4UVgvOExseTVVeHNRZ1haNk8vKy9PVmNrK1BmL0pNdkpScC8vRHVKY3UvOU02TUdOT3FIYlBtQVBkWEY3UC9OM2hyTnMwdTA1T21IcHhrclp1SUtVRjJIN0ZjWisxcGFhSkd4WndQS1I5R2piQzhvWDE2bUVodmY3eEJGbitDZE44TitBOFNWNy93c0lHTXZhb3psSGMzVE95T2RRQlp5NFB6LzdBN0p1aEt6RkhLRXFBZjlrSDJNM1ZwTDh0ZUdhd2ZzcWw3MnRHTlZ4bzVPUzZZRzJaOW03SFZTOENGajEyWEVFMmo1N0RGUE9TdXBYMGlsK1JLNXlsSjRURFZnd1RvSGtGMEd5RjdWYXZ3b08wb2hwNUZKeEF2WktSeUx5Vk5pNzJSc1BZMmMwYXNCeTlwcGlhYVFoWWsxM1I2ZzlKV3d1WDZwc0dWM3JwQnQzQUU2VzNweWxRS0xiL3NjUUhZT0lOdkZWcFhQTXZ0ZEdYWUh2SkRkQjNOQVBEQzVpQ0VxU0tmOEJxd3dkbG95S1dSaHFBeUkzRDRMc1M0N3h1eEJHSXdZWENyRU1tamozcm1tOWdKTDdMaDE5b1pCMWVyUzZkekc5VUVXTURLUXpRdFRlQ0VMbEdRNGNtQVdxbmRxbzRaQTlpY1p1NXNxQy9aWGdIdjRvRGhWNHlKTWpEcENkcCtzRmpBSG5UMWs5NjBsYXptMzNYeVE3VkUzYUFuTVl0cHhweC91STJTN3B5UlhRUlo4TWJvM0gxb2kzejZwRk5oYXRTSXNzZ1N5Wk9jSUU5TFpRN1p0YldabmM4ZW5EN0l4MnlRQWFiQ3pkY3VXMlFjQnNnT2kwU1NEQ3JJd0c5Mm5TMm9FV0FZekJibTRVUElzMjlJVk9Fbk1nbXhVUHdlUWpabHA5WFRJcUhMWDB3TloySFhRdlZ1L3dFNXc2K0tuTHJNUEEyVDMvSmtLUzVXUWhjbkl2SThGSU43S0U5UXJ6SlNOb2tXVzI0MTU2a1NSRGRtNXM0ZHNHWHIwaHE1N0xkZWw1NEZzRmZ3ZzVPbWRzVnYyOE9ZQ1ZIQ0RhRFRKb0lSc3o3WmNWNjNWek5ha1VhQUpVdzR3Ukd3TkRJb04yY1d6aHl5NHBMU1ZISFJ1R3hBMnFnRlJEMlRiK2k2anVDMndyVVVJSmI0RVJ3a0Z6bDErbVFLeXBhWnRCY3prRzdQbFF2ZXFCd1VZc3hwa3kxMm9mZm5zSVl1VDBLN2VFZkdtSHJkakhzZ2FjL1pxQWUxbXl3K21MTEx1a2owbWc0dVBtbEZBOWxGclM0c0xOZE5NSmdmdlJlckpkYVNQUmpvczRHcU1CdGs1dmkxcG52bjJDNTFBWGEwdHlpYUV0VlFleVlZc1ROcVhhSDU1Y2tLSnB4ZnUzRUluZmdGOUY2YXlnR3lEMlNZODZySG5aek5iNkF5MldnQTNEYkk5N3V4cVBPMnZ4RVJTdFFQYkRyU2tMbVhLZ0xDZXltUFprSVhsYjVNV21EdGJ0K3pCMHhGZS9kbWlLazB3bkVJV0o5UTlVd3g0dWZTbU1UUEFNVk9oWTJ1bWdEbGJnK3orTFZSNWY4dFdmT0lVRGJJMWF3MWJNQ0RzMENjYnNuQ1dkcDBXV0QxVHQyd0ZGZ3pIL3BJcVdHZzRoV3lQTWR0UGlIcHMrYVcxQzkwbkxoVmdHV3VRclhQSVZuYjhsWmhJcWdiWnRyV1JuWlZIeXBuU3N5RzdhcXpDcTJmcWxwM0hPUjZnY2xwcldRclpsdTB2U1BTNGtkbWlQS0ZZQnpKTTYxMi92UHhVRGJJTkR0bjhRaFBJb1VFMlBvRmIxdU14cUJyYnI4NXBvY1haVHZ0NFJ0bzh2UU9iQkxKb0YyemIrZ0RWM3hoZzdkcWx4cURFK1p1U1BPNGFaSnZuQTdLT1pUUGZMZXVCTEt5Sk4yazc5Qng5UjlNbkdpNDNyd04vR0pTSTNOTjRFc2gyQUp3RFd4eFFuN0dwaERMdE1DZEk4c2pCQTdZNWNobWpBSVhzRkRzZmtEMlJXOVlEMmFyaGZWenNHbzF3bXRFRmZsbWlZWXlpQ1dxUVFMYnRNbVc1Z2VJZk92T3UvZEpmZnpNZXZqTzNFVjk4ei9GM3JYcnRtMmRFVm81Y0FvWHMvRG1CN0luY3NoN0k0Z3lEVTl2a25yQSs1UEo3L01qeXdMTFdpMUxPQWdxSExDNWMya3FUaUVPeTM3QmZkYVIvQXE3WHhPeG80Rlc1L0hrMmpQR2pBeC9ib2ZsNk9iTTZ6WnNScHBEZFB5ZVFQWkZiMWdOWnZIMExuL2lhM0JQVWg2bjQxaVVNMUNkMG04d0JGQTVabkFWdTJBMkF6amIvTEh0b1EyeWFQZm1pS1ByWm1Gei9zemxIZmZiVVd2VDQwYzZDTG1EVk5YSWN4VDBrQWxuUS8zd1lCaDFvU0YzbEFMZXNCN0xZWCt5cGdjNnl3RmhZSHlZQ2x4S0xzaitodG5ZQWhVTzJBeTF3MWE0eW1tQitXN1p1SWIzY091b2lwMFh2UnVyRGpPZHFiTy9ybjNLYkhSOWpCTEsxQ1RXajNWSU9DdlVZSEZwMlY0QmIxZ05aUE9PQjU5VnJEcmtGa01MNk1CWDBhRElyUUZ2Ylh0THhkWEVCaFVOMkgrcmZ0Zm5qWFFmL1dXZERQemdFRnZQc1BRbWpmWSt2WWFXWitDZG1iOFk2WkpmSHZ4aWpJUHNKZGt3K25XQlhiN0lVQ3RtNjlna2xsQnZnbHZWQU5tcEJ6OEF6L1ByT0pDb1IxSWRDY0R0QlNHOGluNHh3QW9WRHRtWHNRRk4xOEROMk40UnF6bmZUMnVFZkROTlduUGRjSkR4TVJ5VE9GbG8yV1BHY2NrWWdwcEF0L2UwSEdOczhQQitHQWJTdllXQjF0R3E3cTVkOWxCQlZvZUg0Yy95UDdySmpVWVA2TUpWUVNsZlRLcWd6bGxCbllTZFFFTEo0TU9zNjhzTmR3NWFUbFNCYTlzU0tnT0IwTS90NEIyek0reElPc2RHWHh0WGxKRlA1TS94TFJWMy9IQ3RqQWxuUW5MSDdvM01DV2RERkdQb0JibG5mTElzWHA5TG5iYUl2c3Q4ZmNUVWRwLzJYcTFCUUg0cUMvT2dMSXF1Z2pxQjUzcU9wNGdZS1FoWVBFb3haZ0V2dEFIM1RJeCt4dnF1bno0dXpoNGJIdElGRlpKQVU2eHQ5Q2Raem1rTFl3aVd6ck1jeFZ4SElicHdUeU9KaXNrMHFCTUg4MjdMZSs3SVJtbkxwYzdmTzJZNlZteUtyL1RhNmp4Y082a01ocHBZQ0J5RzdKb2laN3hGVmNRTUZJUXNYZzh4WmdBdXRBWDB2VXp3a1FGOFk2ZUorUEtSa3I4bXhUQU9kdEw2RVlXVXdCQ21IZGtzTGltTW1KNUFkRHM3SExJdDdnZzJvQ0hsaXJkb2tnUVE5aGtFRVJwNTh1cVNNSzRnakp1dlpkQlFJNmtOUnJwbHl3QlY1SUlpWjd4RlZjUU1GSWJzSzRpNDV4TlNCdnVhZ1N4S3NUd01aNFlGMk9pMURMemtjdlVsZU1GakZSL2c3UmwvQ3RHMzBMUlJaSnQwREd0SG5qYnAwaktXMmJQbG4vcVhKbm5WQ3R2S1NlUGp1QVdUOStSMHNNS0dIYkwvd3EySUdtcGl5bzVwYUJvejRJQnROdFdRN2lNYTBHQWpDdDJWV00rRDBub2Ywb1dBOUxRQ0NkVndYMU96M1NLcGtBQVVoMndOeFZ4MWlXdTVkbWNvSndPeXFHSWJpZE5hRUZkNDFDSGptUTRWTENBNDRUZndiLzFRbmhTd3duSXBaeXpIVi95VjhReDc4N2NFYUlhUk80azBndXdydHE0dVlNcXF0cDZZeEwyU2p5dDhEVi80NGxob252MUJpU0I4S1hsWGhmc2V0K3E2Z0Z2VE9BQXBDZGgvRTdkbGk4UERyS1p0TUtEQU0xa2dVZ3RJcmR0ZGJkdlFVRld1cVVuV3pMdzFEUVJVS0Rpbkl3cmVJU2d0RUZWOWt4L0JkYmc4M2pxUHFKQnlKVWhDQkxEUzlJU3JFTGV1ZlpVSE95cTlBQitHekxvVVdFZ2pwUXlHb3NaV0dBQW9oSzRjb0YvVE9BQXBDdGczaXVqWVQzSmI2ejJzQkV3WXdyYzZ4MmNKbVQ4NExMYk12QzRWc2RHQkR0dHc2NWxXdHhPOW9paG5DMXJFQUNvRnMzWGJMR2hCMnl2UFBzbGprNFllZ2k4WnZNa042UUIrS0VsTnl1T0FXL3JvZ0YvUE9BZ3BDdGdIaUhGTFFQTmx5MEJYSmhpd01qTGNaS0ZiWmt4QWNrTXVCWVBXbHg1NHcrV1RFeVN3YnpkbVEvU214ZkQzaTlwSmtjQjJkVENEYnNrUjF0TkZTZG5QUGgyd1UzUUY5Ukk5N2N0cmVMY2lnQnZTaEtERW5KeDg4S2QwVVpIeG5WSXBteVFsbkFRVWhDMDNxR3ZVZDBHTFh5eFpjRFVZYkFTdDIvREp2b1gzbG5vQU41SE42M21iT0lORnp1MklVc2tzV1pFdE5zU3VFbmQ3VHJ2SkYwUWhrb1UxdTZHeUZhNGhURjUwYmlaenRsK0FIMzBvbFhPRkE2dnNOT1ZISS93N29ROEdnTGc5SDBSZHdTWkRoblZVcGtpVXZtQVVVaEd4TWxtckNwdzlhR0lna3FSaUVlZGlnWUJrQTdVc05NbzNHYWlXRDdadlJsOFZDTm1xYTI2OVpaWEMxZGY4YVZiR0lzSUlzZU81TVVacGJ0cGN4ZGtKbTJhZ016U2tyQ1pMOEhSWlVzVDdvbTlPSEtaOFMvLzVwK0FwcWVLRElGbUdmVlNtU0pTOFlxMmJUZ0lLUWhaWEFOVHFoaUl0TUpObVFGVzcvUHlLNTlDQjI0RzVLZ3ZMYmVtcHNZbGhQRG9qUldUWnF5OTVNUzliVloxR0wvSjRiaDE0S3Ntam1iZWc1WWxydGRrYWRneUNMWG11NVJNSWVTSmR6b2xoK0h3cTI2TkFuencxQmgzZFdwVWlXbkdBbVVGTElhclpWd2d1bmVqbnZ1OW5ia0pXKzRsMTNDZjNMRVZhdHZpeDRscTBaa0MwcE14cTgwZXRaT2haQlY1REZqaDFvTEhXM2JKTnRhcWtpRWdaWjZBTTVET2ZVeGxZd09jRTd2dzhGMDhNbi8xTStCbHF5S2lXSzVyOXhwSytsMlRTZ0lHUmIxQnlTdktBdE1vd3NtY1cyWmFNbm9CUStqakdRRkFPMjh2c1VZWVlZU0dZODBOUU1JajB0TEtiTnNqMWptWmdtRTlwc0VZdG90azRLc3REZXh1U1gzakZOQ3R1bjNpblRETWl1N0dsQ29XZmxMRnNsWnEyV2FiUkliaDhLZHZHbUNQSFBLejZqWXBtVlVsbnlRcGxBUWNnMm5FZFZnQ2R4S3l1THUrMHhpS0xQYzhSYVdKUXNPc1QycXB0OUNUYktKWm56WkFFTnNoM2pFc0ljWVM4dWRKeE1URzRwQmRrcW1RZVRZdk55MEVJY2ZJbGRKN2NNeU03UjlaY2Ztc3VsWko4UjFEaDVoaEh6K2pEbHNpaG5RU0MwaUNQSVU2a3dCVEJYSmxBUXNnZE95T282T0VXNUlCdTlNR2I0WkVFUFJvTFl0RU0xNVFTUjhyZU1XNmRjSDFHRDdOU3ZKbG5yRzhtN1N0U2FOMlpnSDlNVHBDbklRbzBscUJKR0hTbzY4NDV3Qm1TcmVzdUN5U2RYdEFOdEIzUUNwVVdSbkQ1TXMybXVPbjNleTZ5VWtKRC96Z1FLUXJidU1nelFvdG5NWVd5ZmZtR0I4dmVhVU5id1hrbE8rK3FURG5DOEpsczdUYytYS1JsbEJEVElpanlpS3crcFlTQzl3eUpYb1c4RldhaXhNZG56VC80TGFRN25jWktVQWRuK2RWR1N2MkVKbGxOQXN6QnZ2cjhQVXdVT3RvZ21iYTB6TXl0RlN1UUVNNEdDa0sxcDBsSk9lRFZuSjRjcitCNEdyaXdyald4blExODV0bUJVR01BR0VPc2R3cmwvSnZPKzU1b3QzUVZaK2N1Tk5hWndPamRSdHl4OFM1WGdEelZXVXJuQzhSYlJ1Nm9nUjZnUXpJQnM0NnFXRFJwUmJKSUJ2WHRhV2hxcFpMYWY4NzVzVXNyWGgya09iZjlhMTdvOHExSWpxSklKRklSc3gxcTVRQ2RRd1dqb3RBSElDNDQ4MWtsVUJlbFptNkx5RUl6RzdaU2tlZHM0RFJwOXc4aVBQeXlXK1JpekZ4WjFRWFpHRElRZU1jOHJYVXRTa1FRRldaZ3VCS2dTQVVzYXN2YU5WS2xFQm1TTkZnSlRXTFFuQkIxakdINTZNYlA5cEx0UkNsVUJUeDhtbWZTdnpvZGF5cU13K0JvMGQ2VkdVU1VUS0FoWjZpY1JLbE92bUtCWmI4aTBSNGtLQlFlV2xTcnlIU2cvQk1qRjF2N2hqa2h6WE1DRnBNUHNGaWVOSkhpNElOc1RYZE9oUDJ3bVNrem1yU0FMK29zSk54R2xmMUZocGdIcWh1eUtxRXVxTmhobnUya3d3NENVVGl0SE8yNm1SZFVycEErVDNIMXRyMWNqbm9zSXRrZGJpcVVLamFKS0psQVFzakRicFY2WWxXOE5mejBSQUhZQjNUT3NmSXZVZDdpWktnSHIrSWJTQi9hK3cyNGE3ZEVoUjdLZ2oxazJjU2RCYjBzVWd2dUNMa3ZqUlBkbE5aa3RZYitBVjQ2OVprMUxtMVJFUWJhblRLRkVXRjh1WDhLZHBGeXJSQjAzWktjTnorTmNZcitwTzkrWENJc2srRzNTZDNyd2FHQm1EdXBEWHFpc0t3SzFUUDBndmtxTm9Fb21VQkN5c0J3bkMzeXB4ZUwwRTdKUVlGdFZwOXpRcWlxYlhNMlltTGV2eXF4YUd5dkJySzVtNWhvWFd5Wk9TMWlNeGdXVVk1WUZ4MGJLRmRjT052eVBIYUhNQk44S3NoMWpscTJvbHUyalB2akkwd0Npa1J1eTg4TElTWFAya3BhR2xrdWZTNFRGNk1GK1NCOXl0c3U2QzdRSzRoTnh3Q0o1WEpVSzE2aWVCUlNFTEV6alNUczhkanlJN3VCK0p6Q0w2QzhxNGVVTDhralRMRmF0ajlzRk5aMnNtaHNycVdwZlRhUXdMQUE4VTJSMUwrREUwUUhadW1oTWJxR0Rsa2Z2QTdrVGZoUmtZY0dTRFlaQ1o4VUFndkMxYXg5bDdGUFhycm1VY1VPMlE1c2NpalhTajNpVXIxM3JzMmV1WFJ1dlptRjl5TFU5bEk0S0hsMkZkazFsK3lybHFxaWJsZ2tVRHRscU1nK1VteHRRdXIwSC93NlorRDRDNUljL3BFQ2VvM1VrNHRPZ0pndkFYTG85cXpKaDVmM2ZUZkttLzN2S2M5N2trOHN5MlVQTk9LY2JyWHhleEliczN4QXJDOFlFZjQ0SGVYekdUVmVRQmJ0TExrdkk5VUNMWlJpZ2tNOE4yWnB1R0lOMXVJZE04Y2t3SUpQRXNQOWhmWWk4eXMxTEdrdUViRmRRc2lzbGN1Uy9NNEhDSVFzZGlRN1NHZTRsclc1em01SmFzbyt3M3dMekFVMlY2cFltcTAvYkQrR3dteWJYWktpdTI3djRRYlAxSkJQa1J5RnpaQXFhWTlUSm52SWE3Y1VoV3lQKzNrcVR4YW95TCtDSTFYYTNvL0VQemEwZ0M5WUlyZFdDdnJKbmV6RGRrRzNySnRjczJUUVU0SllONjBOc2cyWFJqV21Ed0ZvaWRnelFwOXBHS0xUSjlIeVpRT0dRTGNjTUY2c2VIemN6QUtHYWJxUzI3Z2R1aTlqdk5jQXplYlN2ZlFPVFVSNW10WVNoZzN0RVkxWVIwOEorNG1JLzNGSU1PM3BlbFJBZTRyOWhlNmd3V3E2elovZkpSUDQ5cUNzK2VrVUkvK25mSnBFaytOREFJdVVTRkdSaExhSUh0RzFpQ0FHWEtpUEthVnpka0kwMVpqQ3ozaWNLd2FLK0s4SW5mWWYxSVhMZkoxc1FqSVA3UjNTc3IxS1lOZXdCVmZhU25BWlFPR1NoM2RnbW1BVHJtR1g2V1hRaFVFTmxrZitHM1R5UzJ0Y3hpM3kwcjMyYlprZWl5YVlrOUVDd0FqS1dnemtuNFlIMzJKSGx3WVprQngrY0pGT3VJbzhTT25nT2NsY1ZMUHBzT0dnalRUeWxmMnVDWkczaUUwbjhQVXVyemluZlB3a1VDR1I3c3ZHQjNZSXhXTEx2QlRnaGl4L0lJMzFBOTZ1d3FIZTV2bVA4Qyt0REVBQWZvZFBGWUVmTG5zeXVsRjdJRjhzRVNnSlpnQStzWGEwZFpMRjRDeHdIeDJ1RVc0ZmppUDl2N1JJNm1CSjBBYWlvYlVWVk9rQnd2VkIwTE54S0QwMFBiN1lSMkdXYXVzKzJOUDRuaURTZmhrTHlWNFVxYmNiK05ESiszYjc4UWdTdHJPRkRWelV4Sm1UdnZPdEVzeGVCTEt5MjhvUGJwZGpvNm13RDFBbFpIT2hrV3E2VGJXNFJCbVJnSDNKZnBkWnFzS2trWXltN1Vub2hieXdMS0FsazhVTzJHMUhNT1N3ZDlZMCsrb2tCSnZEZmRURU1tR2x0bFdxOGh6T0FtYlFwalRmMGhPcVRWRFdaZ1pmWUx2KzU2MmsxSWVJRzRucks0cVN2bitNN3dCbjg2dG9vK2doT3FLK0RpM0UzREhaVFFOOUlhWXZrM2dHU2RNamlyQmJyRlRCNFpVUUpaTUV5a0RqdHk4R2Nsc3UrV09xRUxDeUEvNndhQ1ZEYWxmSUx1UzBiMW9md3JhOHNhV0lodmRJQ2lsd2lzeXNsOGdlOHM0Q1NRaGIyS0UvdU5IYVFFVzRhZjgzQnNRVm9XbEVXTnM4Qmx1cWF5dnJJMFlCSHl1UjNhcENiM2t0VHlhSHB3YzFranU3SmVrTFpwakJmRk5OUlFsTVBnTEFoZktvREVKbDh0Z1BpR05nMnVjQklFclI1NmVaSU1obVF2ZmNiTDFKN1NaT05KMDRoQzNiZTNVbldyMHFMS1MzcU1VQ2RrSVh2VFMvSHdtVURJKzgrcFVLMlZhenk1SVpDK25EbEpURzBLMlB2WGsvWmxiLzhmbWh4ZU43N29aY2l5Vk9wdEVUSUt3c29LV1FqK0tubkg3VTNVQndNb0s4NU9KWndnb1dmZnRTVDVQWWZ5ZVVHL3lLK2h3L1lINmhjRGNiNDd6OG9TbzI5TVNyZEJmQ0dYZDlncXJtclVzQjgyVkd4MFVPNEJYQSsxeTFlVFRtM3J1b2p5cGhsc2VEWWtJWFZnLzB4TUZwNVNMZTRnT1F4UUoyUVhZVXA5cS9ZOEdXbzEwZGp6WHRRaEFFWjFJZXJvbzIzVUF0NDhQZzBmZmlhNmFsVVVpRHNmd1pRQkdTajc0UE1IMzNxenVmSENyRmZwSnluRVUwTEptVDFsWHlxeFlhWFlieWxoNzY4K0dMcjlaMXR5aWdDVS9rb01SWStETi9iUWd3ejI2Ylh5dVZIbGtCNTEzUFU1V1ZYb0FiaTZVdklIaHJHamo3TFl2N3hJWXVHeUpzKzlFcllpUTZFQXVrYjdGeURJcU5PeUI2aWlkR0gwNUJYZmVqbDRLcGJrN25Sdkx4QllpY05CdlRoUEx0eStjRUg3bW5Lc1E2bnZGY3Uzd3VrSzN4RERUREpyTlFvYW1VQVJVSTIraUUwS3o1RFlibFZxSlVaOGJzYzh5WmtEL1g5VXVrTDk3RGZlZFc2b2RmcXRrNm9mTEQ1cG4vbHBCKzAzdEFsYVROSmpRbWwwT0Qrcm1MWGsvMWJOMmIyU1VBMlNnZlRyWFdsUVJLaWZsVWp6UW5aT2xvQzVjOGxYZldXTGkwU285ZG4vQ2VzRDcxeVBKWHlsak1UM1VCUmtJMHFYM2lnK2VaM2YybFpXUGYwV0FxbUd0eFJ6Um0yTEJDZU0rWFk4YzZtVFhOU092Umt3cGxqTEdKalhSWHZTQXUyWlJ5RlR3U3lVZW16N3hxKzluMUt2Z2gxNlA1ZkVKTzNFN0tmUytiVmh6OTR6L0M5M0RxUVpXQ2pTSWFrSkJjVUNPNURsT2VwVkFIcUVNaW0zSlpGWjFicHhpaHE0WUdBOWFuVWFlcmx5bEtuZHpVcnhhQmIyMmtqZmN4b3M2c1lWT1dxWm5wb0p3TlpKVmtQMWRnek9rSEZuSkJWeVdZSTNGOWRrMVpjUExnUFVhU25VZ1ZvWkVOMlJreDFyVXVFZjdJQjdwZ0RHWVkyeVpRUnJJV08vbmlTalE2SEdNa014YldzOGZVQ3ZaejRVTmljTG1ROUJ1aUlrQzNJZ0J5M0Q3RzhwMUlaN0VjaDI1Q2RUNWVxQlEyZXlkeXI1aVloNDhEWXZBZzZmYmNITkpZZExpbjNaWGFtazZkbzdvNERmb1k2ZGZseXpJNHVYMzRQNFhxNmtFME4wTmNRQlVSd1JNaW1CdVRNbmloZjZEdTBEN2xRVDZVS1VNcUc3R3g2bTZxdGJVczZmQ0d0U20rbUVHMVRSSXA2TjFYUUd6SitCTXliOXdTSk0yUjBsYVYvMUhUTFRzVEpsYTF0WW9CT2syczhNdStJa0YxTnBwcjZobVJRWkNDMEQ3bE1UNlVLME1tRzdGd2k4SEhkeHF2ei9xN0tmYllRdmFBdHFvS3F2U3Z5NkVjajI1Rk9NVnRlbTNGQ1FaZW1lSmJsMkRQZHNybVFmZUV2Q1NhdWtFZ2pIMWVVSkVjQVBORmRJQ2RINGtiNmlKRHQ4WjdRenI4TmhtTkVnL3NRWmZncU5ZWU9vcWdUc3JjKzlaR3ZHRmZwbTN6T3RXOWFsY25sTjhIVGVDOVk5MHlNRENKYW42Z3BDM2R1bmhhU29uMSswd2VqcGxzMkQ3SmdNZzRTTnE1UWtvTC82ZW1Yb3BvaGNMb2ppUi9pbUdralFuYWZUeWNMcnZuYTVEeDZQTGdQa2JXdlVxT0x0a3JZa0oxTmRpVHFFRDdSZ2srVnE3YURJQjluajk2d3BEb0paWnU1TTk5SmlYMWxLay94R1lrek10MnllWkR0TWVHS2RvV1VibUdRWGVDWE5GWU1QMXZDWlVUSXRybGVoNWVVQ2dXR1F2dVFpL1JWcWdDZGJNaUtVMCt0R2VlU28wR0E4NDRoZEpZc3QwWlNHblZPSVk2czAyUVdkQ1NQVFdxb214eDFNVlBDeFRKaHRwVFRUL3MvOFZRYTZBcUoydWxYWHk0L3JwQW9FanJMSm5mNHFzK3BjaW8wSW1UN2FPdVVWTVVVb3dKQ29YM0lSZmtxVllBdU5tVHg0aU0rMVBFalBwY09hK0d1SVhRbDd6Q2hKRzU3R3dXdGFKWHRXYlFpQ2V4V2JmZ1BuT0hqNHBZS3hPUXh2Vnhka3VxVEs4TWFaR3RNMlBPdWtOSTNiSmF0NEY2MzB0eFQ1VlJvUk1qeTN6NTZMTlFJVTJKQ1FzRjl5Sm41S2hVaUxTZVBEVm13UlBpelIwdTJrdTBLM056YXBHUU10K21WZXpNUjR2eHF1SU51a2VSOFo2VVVRcWl3elVyTVh2Mkx6L3ZNTDVPZHBScHhZcWdLeExLM0NyRWFaQUhaRzBtQ0t5U0toTTZ5RWRwVmZYclBRbkVZRWJMVE1NbjRmK3hhc1I0MUZOeUhDV05QcFVhVjdNaHZReFpPQi9EUmgydWNMaml4UFJQT3luTWtCM3NndFRmZGRKTzZwTzVCbTBtRnhCZmhJOE53NXdPZlcydVNJLzM2em9TWTQ1Y3RmL3YxYVdGWFNQSU4zSDdCUjZodXZXSTRVTVZJYUVUSXduV3hiemJmVHNvWEdBenR3MVNrcDFJRktHVkRGcTk3dzdPbk1YOGkvYW5VeDlJM1NTenBKZ1JKNGNHbFVMdWdNeUV6VENnMGZUZUVLbkJ2NTE1NjFEOHJ2VjBpWHc1a1JiYThkNWhoRUVXZmpsKzc3dVkxS21RcjN6cWlWK2pjVEU5RURlNUR3VDI3VWlMSEdHOEhaUG50eDllRjg2elJienl3aWgxcU5yR1ZyQWdOOS9Lb01rd2sxTUZsdnZ5SGhQY3BRNVpJTm9LalF0WW9YbUEwdUE4TGxKbk55Z0haNkpQeDBWOWtsN0JTRnEySmltYjVCYlVJVTdJVlhzaXhMNndDeFJBT2NXNWZwc1BxTm1TdGxnM3RRNnZnUkFndXlJNHFxSDVyMUJLTy9IM3RkcTRqdzJSSWZYVGxIMTRuekc5RGxqVEdlUXdXQWRscHNZY2VvNEpUdWU3ZE1aaDdpaUprSzVvTHVqREkzZ1QvN3NBak9pL3AvQmdHZVpxZVh2b0t0T2srdlpGM1V0RjkzYjF3RWphOXAwNVNhdnd5UFhBeTdXdGZ0bUZCdG54QXYrd3BWQ1FjdE1PalhUa09MWnJtSzAvNGFHVkVkYzVGOWlwdjFVQmIwNmZ4RlBUN2VFL1pPcUlZajE5dzZVWDIrZzg4dVVPekc1RDlEbjZZamIzNTNtMmFKeUE4UG1RamNXWVJJTzNISlV0aGtJM3VHQmYzNWErZFZhTi9PbjdEUUpOdFFMYkZycno1TW55dWZFdkxsQjhwQUxJdlhzOFg4Mk9Xb3pqSVhxU0dNeUI3a2FwMnV5NFhzd1Z1US9aaTl1c0ZydFZ0eUY3Z3pyMllWYnNOMll2WnJ4ZTRWcmNoZTRFNzkySlc3VFprTDJhL1h1QmFMYjdqQWxmdWdsVHQvd0ZhYnBjWnVIU2VkZ0FBQUFCSlJVNUVya0pnZ2c9PSIKfQo="/>
    </extobj>
    <extobj name="334E55B0-647D-440b-865C-3EC943EB4CBC-5">
      <extobjdata type="334E55B0-647D-440b-865C-3EC943EB4CBC" data="ewoJIkltZ1NldHRpbmdKc29uIiA6ICJ7XCJkcGlcIjpcIjYwMFwiLFwiZm9ybWF0XCI6XCJQTkdcIixcInRyYW5zcGFyZW50XCI6dHJ1ZSxcImF1dG9cIjpmYWxzZX0iLAoJIkxhdGV4IiA6ICJYRnNnU2loY2RHaGxkR0VwSUQwZ1hHMWhkR2hpWW50RmZWOTdYSEJwWDF4MGFHVjBZWDFiVlY5MFhTQUtQU0JjYldGMGFHSmllMFY5WDN0VFgzUWdYSE5wYlNCY2NHbGZYSFJvWlhSaGZWeHNaV1owV3lCUlgzdGNjR2xmWEhSb1pYUmhmU2hUWDNRc0lHRXBJRnh5YVdkb2RGMEtQU0JjYzNWdFgyRWdYSEJwWDF4MGFHVjBZU2hoZkhNcElGeGpaRzkwSUZGZmUxeHdhVjljZEdobGRHRjlLSE1zSUdFcElGeGQiLAoJIkxhdGV4SW1nQmFzZTY0IiA6ICJpVkJPUncwS0dnb0FBQUFOU1VoRVVnQUFDSmNBQUFDd0JBTUFBQUJLMndDQkFBQUFNRkJNVkVYLy8vOEFBQUFBQUFBQUFBQUFBQUFBQUFBQUFBQUFBQUFBQUFBQUFBQUFBQUFBQUFBQUFBQUFBQUFBQUFBQUFBQXYzYUI3QUFBQUQzUlNUbE1BWnUvZHpVU0ptYXU3SWxRUWRqSjRUR29GQUFBQUNYQklXWE1BQUE3RUFBQU94QUdWS3c0YkFBQWdBRWxFUVZSNEFlMTlEWXhrUzNYZW5mL1ptWjZmWUNkMmlLTmVGdjloRzNyREF3Y0lkay9nR1pNRXBVZVFaeE1uVVk4d2lXWEp6cXd3c1IySTBoUGpXUEZQTWdzNGNoU3d1Z1BHSkpHVldkbUpJVXFrN3J5SEhRZ1BaZ1YyWktURVBTSXlEcktWV1diR3ZOM0hXeXFuL3MrcFcvZmV1ait6dTdOYlY3dHo2K2ZVcVZQbm5QcnE1OWE5blNUeGlocDRXRFN3MG1GbHI2T0hwZTJ4SFZFRFVRTU5hbUNoTEpRd3R0ZGc5WkZWMUVEVXdNT2lnZFh5WVBMY3c5TDIySTZvZ2FpQkJqV3dYaDVNN2paWWZXUVZOUkExOE5Cb1lGZWl5VjVHZzFyLzQ5Ly9yVC8vUSsvRmtIT1NRUnFUb3dhaUJoNXBEY3hMblBoU3ZoSmFmL1REZHFmMlJqNXR6STBhaUJwNEpEWFFVaUF4S21wOTZ5TmROVC9aS2lLTitWRURVUU9Qb2diR0VpS3VGcmU5OVZsSit0Vmkwa2dSTlJBMThPaHBZRWtpeERNaExmK0NtTWJjRGlHTk5GRURVUU9QbkFhNkVrMkNka0xXQkpwTUhqa2R4UVpIRFVRTkJHamdRSUxKc3dHa1NiTElpWGVDU0NOUjFFRFV3Q09tZ1JrSkptZGh6Zjd2UUgwNWpEUlNSUTFFRFR4aUd0aVhhTElUMXV3M012YVZNTXBJRlRVUU5mQ0lhV0JPZ3NtZmhEVzcxV09CazVnd2ZwRXFhaUJxNEtIUmdEcFNmeklKYTlFeVkwZGhsSkVxYWlCcTRCSFR3RlJPVGE0SE5uczN2amdjcUtsSGlxejFCTCsyeTdSNVFSUXBVK0xCcGYydGk5Mld4a3h4U1lKSjZCdDh5eXkrT0h4UG5mbzNNbnZveWd2dXFTQzVsY2tKYnRoRFFjVklQa2djNWJLOUtKbkhvaE9kUjF0V1gzNGVPbkJjcHpGVDZDUDFSNEZDRDc4Y1NKaE5WcUNndDF6TEx2cUJ6ZXk4ZTVHVDNiVURhM2ZNV0ZocTZXU1VTZE85bnBsMXJ6TWltQUNjWkZ1cXVqa0czMWE5YkU1SjZqcU5nVW5TbDFPVDc4aXBHbWZOMVg5eHVFQkI3QmF1ajRibjd0RDRQWTdsZGUxQVVhZ1pDd3Z0NTd5LzhOVFpwTEQ4UFNLSVlISStZTEo4VGx1VTFIV2FBeE54RkkyeDBIUHlLNnp1NUtCQVFhMjhoVlNyKzRaNzFEMjgxZVIxYlcrQmRDSTFZenFmcGx4aTJ6UUJ4MVk2cjhiUit4bGV6ek5hdG1BSDV6S2FaOWQzWGpuSGJISStySWVCajFuTDFwNTJuWVpNMFpOVGsxQ00yTDFhVm5LSHZrQkJLeXh2NmYyQjA0bkQ3aDVHYzd0Mm9CeHBNK1lWN0xtZmgxaDkxOG5yVElIais2a01Jd1VQUkRBaDZsQ1JsZDk4Yitma3I3eHo0c3NMU3B2M2pkemYvNHVkbC8xendYUGhtNEs0K0loU3J0TVFtTWhKVG00WHh1TE01a3k4TVYxVzJLc2dSSndQSnV1czhtaGMyN1JKcW1zanNZT0RLVFB5a2pNZGR1V0ZqejMrK09PUFhXSElRNWJkdHhlQXJzdStYZGUxeXJaMHNQSjlwaXZIRXZmdlhpbU9DRXg2N01wakwzdjg4ZGUrOUFwVDIydHZoQlNlMEVtZFVhcm53YzJJWHFxZEdjVCttY2tYbEdyUGJtWVVLMHplVDI5UUx1d0xTNTNkZ01JSDFVK1FwbHlubmlsTVM5U25ZRTlOUW41Z0xYUkJsTUhHb3lCQ21ROG15VGpsa2FSMGRxUythVk5kTzd1eW5KeVVHVG10K2t5VjhCTTBHZGwxdG9oV3VpZWJ5ZGdPVjdzMWJlSFVqQUdsM0VNN0N5YnE0SkpncGFRYmFMNnA3Ylo2SG95VnBxdmc5M0tpNTVncU9Nc0xKbC9EMkxmKzdxOTk2S01kZGxJUlRSYlpkVmVFOVI0Nytaay85MmZldys1TWtsYW5Sa3RkMTZsbkNpdm1RRnJpbWszSkRUMlJtMXVVNlZFUUxWSUFKb3NWRDdyVU4yM2lkbTBxZDNETU5TTXZ1UEQzZnZKbjN5UE04UG9mM3pTY0Z0eCtNV2J2QjFwbUZ0SnpyS0tibWlxUzFkZEF0U2RYcmx6cDhCdjg0ZGVWSzhFVFZjbkpna255UDM5U2Z1ano3Ri85K1BObDVoZCtXcko5L1QrMjFjcFFQUTl1Um5SWHBpcHhINWg4aHJHZkY3eFd1K3prUmhXdThHeGs0cFJyN2JObmpuamEzMlF2Z1JIb3FwTmRJdXE2VGoxVDJJclZrZnJxY3liTHFqaVVWcEJUcGdCTWttN29rUmpDdHdIVHBybzJxU0E4NHByUmxQd2dkR1B5SlBCSk93Y1JSR3RNekZSNlpvUmZZVFhYbklMdEY0VlRYdUpBbGJRKzlEbm8rWnZKTUcvanlraHNBZ2hNSUkxUEdlNU9UQ2JnWDVlcFRvQVNJVmpiZ3hzUW5VcFVMZVlCaytjeDluT0syUnBvb3dyZlZnZE5VaVdEejdQYkl4a2FuNHoyMmJVcWJHVVoxM1ZxbTBLSnNnSzI1OWVvdW1qQkpUMEtjc29XZ2NrQk8zSktCRVFiTUczaWR1MkFhcjBrcmhrTkVieXJ3TWdRMW5PV2RGTW1IdUMzTGNaTVF4ZW5waEpmUUV5WE4vUXd1RHFFUjN1MXdJUTNoUHI1ayt4MDVLbTV2Z2ZYRjkwalZ1bWtOSmo4Q21QZmJkajBxLzNnMUh4cVN3eDJKRFlWMXhYMk9zZGJUSFZoQWNkMTZwdENWZHNHNDhPMUZTWkZMYXEwZ2x4MlJXQ3lWbUZ5MTRScEU3ZHJ1NElIeHgwem1uSjhobWdpRUpoeDFocnd2WWdqbm4vTUx2TWJ2MmJaanJqWCs3UFAxMDNIWm44RzF1VmJ0Y0JrRmhweVJFUmFsakJJMGlCUzM0UHJpKzdLVkNXZUFoT1lqS0M5VS9pMU82UGNFdXpicWVHOURZc2JmZlZCeVJNZHFYQjNYS2UrS1pRTWZDU0JDelcvZ25CaFJkSUtjc3NWZ1VuU0tTMW5JNloxdTdZcmQzamNNYU1wdU1Ib085bUh6dkRlVjdQbERidTRtYkZCdzZaOFlNQlh1R08xWFFyQkdYYldxN1BNT1FCbm9sSXMramQzNm50d2ZkR3BvTlZpS1RBWk1uSkFhTXI4N2MrdHJjWGN6NmtDS0cyYkl0QnBhMDFMSGRlcGJ3b2xtVDVTYnlVMUlqY2NTQ3NvVlVFaG1MU2RVUy9GSVpYUWhHa1R0MnVuYWdsT2NNeG95dlVkUE4rbkl3OVk2YXFnblVWZTFuVldRb1pabWNBdUI1TTJ3bWlRcEE2WXRGTWo4VEp0aWhhdXZnZlhGMTNMVXVmdWdnbnNmcjBLODROTkpMTnBqdE56dytuWDRJNFoya1NCelFrWGJITFpwVEtwNjlRM2hhN2dtSWtyOUVpOUxsYitubFpRaWtjaG1NeVZYWTgxWXRyRTZkb3B1VXNrVURPYWdydlU1ZFlkWjRGWE1pWGF6NkVoYVV4M1dReXZVZ0haSSsvYU1qQUUxZ0dUUVdySGNjNlBlZlU5dUw3b3R0WFZRdzZZd09QeDB3bm1CaDNmYkpyajlOendzVE14VFpJdWVWUThaUFVlbVZEWHFXOEszUmhZQi9DcnlzSk9zd2k3cHhXVUtsY0lKcXNsbGRpTWFkMnVuWks3UkFJMW95bllZK1MxcEV2T2crRXhVd3NSR09kTW1UbTdmMkxTU2dkU1BUTFpyUVVtWGVhdXZnNFJVaUh4Nm50d2ZkR1JPSldERHBqMG1YdTBjbGhoblROMFozUFFTMGRJeEtuakh5Z3JLRWhkcDc0cFRLWGd4L3k2YVJMT0taQlNVTHFlUWpCSnV1VlF2dCtJYWQydW5SWThQSVdhMFpRREEyeVpDTjludllaaWNFUkpkM0FBa3lPZHM2YjJVWFM4MGozZEkyZDFYWUg4eUtQaEZqVGtGaTA0OWovQ3J1L0I5VVduZ2xhTFVUQ0JlWjM3cmpmNDRPV1NyTk9qMTRFZVRTU240d3BQSXJBTTFIWHFtOEx3ZmhMc0Q1ZmY1SWFxZGlDdG9EVExZakNabGdLOVprenJkdTIwM0NWU3FCbDFRUkNVUEpzWldzamdKTERoZGwyU0FwaHM2a0t0Q3ZOblhkYmMwejF5clE2WThDUFZTbFJkeGNBQkY1VmUzNFByaTY1RnJIT25ZQUtiQnU0T3lVWnE0VmRZM2FWVWJ4eFF0blUzOGFqcjFEZUZhUkYzWkxocWJROGJadG1CdElMU3RNVmdjbGdLNVpzeGJlSjA3YlRjSlZLb0dYVkIvdnIydG83QThUSEhHbU16SDRGSHlEY04zWDREbXlha1I3YU9nSGVyRHBqd24zYXpBZ3BKdTllTndEaFEzNFByaTQ3bHFSb21ZTExTU1RVL2dmMnVjdFBwQkRiOHJ6cmlPUE85amJxV0o2NVQzeFJXMmdFNEFGeDdOdVU4UW1rRnBXc3BCcFBsTXBzbURablc3ZHBwdWN1a0VEUHFnakRoc0hzaFNiTG1QS3J2bUMwdEFKTWRYU2pwazZXUlNTNFZJRDF5Vm16cmRXcHN3SUo4ZEZJRjJPU0FpeEt2dmdmWEY3MlVwaktJQ1pqQUxEKzErY2czSlVjWmhUT1NwOGpJZ2dRbWZBUmVOdHc5bFF4R21jbkVkZXFid3RiRFBSa3U5T2pKNWpVWFNpbkl3N29ZVEJib2NRd1BENVRVa0duZHJvMXFxQkFrWnRUbFlTcU1uM25NMGNrQm5GalRjMmNndktZTEpSdVV6S1NYQ1pBZWVTd2VFUStmSzhPQWZvTGdFQnlKbGw1MXdFWG4xdmZnK3FKcldlcmNDWmdNUGE4YThwbi9acmthdWk3NndPem1PbVl4VzNjZFFWeW52aW1zYlBmbVNIMUtRVllBRXlvR2s0UzVlamFGMDRHR1RPdDA3WFE5cFZLSUdYWEpQajFtY2t5bkhIQ3E5TEtpaE02NnB3dkJCQnFkRHpHcDVRS2tSN1p2ODhMdHk2VllrQTNZY1dwb1huTEFSZk91NzhIMVJkZXkxTGxqTU9HVGtCUnU4TzVGa0tDd3RuVXlzbkJ5OElBOVhHeWozakdUaExwT2ZWTWcyZHJRWExpdW9xVEdnMmtGZWFvSUFKT2hPd1Awc0ZGSkRaa1c5bCszc2lzcG5lTkZnRjA3OStBTUI3U1JiV2JpeDlneFo1eXRsZEt5UUFIU0krVkx6ZXVUVW93SW1BeFN1NDFaWDl1czc4SDFSUy9Wemd4aURDWmdIVHpCbENYNEE2N0xHWVg5eVV1cFFXS0RVUi9jRU90UmYrbWdWT0k2OVUyQjZsUkg2dXVpSGVLWURxWVZsS1pKQXNDa0hZNTVEWm5XN2RvZXVjc2tFVFBxZ2oyNndVWjJZL21CSlRNZEcrTWhDc2E4STgyaDZwMzB5S0dZbVpSa1JjQUVSUDBxTFo5eHpLU0JkM1BxaTA0bHJSYkRZQUptMU90UnhBekE1QmFLRmdjM1Vsd09IQmFINVZhaTZTcUo2elFLSnR4YitYVWpYV2xqS1drRmVWZ0hnTW1CNjZ3ZU5pcXBJZFBDeW1vN3U1TFNPY1NNdWpRb2YwdUgrVmRMeU5JQWR0L01lTGVMOTB6QWJqZHRxV29oMGlNN2RjRWsvSmhKMDJCU1NmUnFLcU9sRUpqd3FmQVd6ZVV4U0MzWDkvc3A4RGwydGpTUFBkV2tLODVMd2E3VExKaUFyUHc2enlQMWFRVjVtaG9BSm5Qc3JxZWdMNmtwMHpwZDIxZFZxVFJzUmxXUTc5SHRXQ2FMRmp4NElqd2hNVzBlRXNMOWtvdHhXNFVKWVRCWlpYWEJKUHlZU2NOZ1VrMTBvNFVhQVFRbWgyQkd6N2dEcWM1c3JhQzYzUlFrSFRpUGw5ZU9DbGdVWm1QWGFSWk1lTCtEeTR4L2hhS1VKMGdyeU1NakFFeVcwOC9lUEl4NFVsT21kYnAyUm0zaHlkaU1xcFJ6ekdTZXJwa0I2bzB6Z3BYUVpLU2RHc0xDeFZDVUdFem1hNE5KK0RHVGhzR2ttdWlsdGVVcGdNQms0TzlDWURQUDRzZkRTaWYxOE1naUVya3Y3K25zc3ZlUHZ2VHNuNmJLWU5kcEZreVNJUWdMMTA2cXpzWVMwZ3BLa3RWM2RWNVBrRHdGSnYvdFo3c25yenZDUXNCalVoek5DUThhTXEzVHRXV05hY0Y4a2hTYVVSVnlqcGxzTUxLL3Rzdk1CaDUvTW5ERDFuUnNVY1ltbGd0aE1HblhCcFB3WXlZTmcwazEwY3VweWs5dHdZU3Y4VHpuSzNneXNhZWZEMG9sTmhicDhEU0gzWmtna3ZCZzZ6UHNwTXUvcFBkYnBEeDJuWWJCQkU1azhLc2NnRUtEZnZVMXNxRDUrL0tzVnFZVmxIeXF3MTdJVmRUNjI3cVFDeVpmaElPNVhYYUtBUWRlM1R2UzVMbjN4a3pyZEcxUnFVZXd0REFCWmxTRk5panU5U2xHZE95b0JGQ0ttNy9oYzk2MElIa3BDRXhBdFhXWE9Yd0VwYlZsSFROcEZrd3FpazVGclJhellNS25aYmZTVEVDMmNoMExGcjFIRGh2T21qMkQrNEZEa0IyZHNtZEd5WnRPSjB0VUNPdzZEWU1KWDdURGRUTEpGc3FYODNGWkRQM05PampzVVJDc3JkNEJYd2g5TlR3dDBWcHl3R1NSM2ZtdlNmSnZ1dVEwaGVkSnZrKzBwQ25USms3WDVwVjVCVXRKRVdCR1ZhWlBqNW5zRXAva3puaERFZkpHVFd4RmM1VjZ2eTBQSVFRbTQvcGdBZzF4MXNwWngweWFCWk9Lb2hOTlZJeFlNT0ZJZWkzTmhlOGptV1ZxT2p1ZEFvdGVOMUgxejE4ZXVSbUY4VSt3MHlNZ0dtNjE2ZjRBZHAyR3dRVGVPeGZYOVVMaE1BRS9ydTVlT0IrRjB3cHFEY1dYTWkrZHdXaXJxNlZnMHVvSlBjRGg4cHVJVXpkdzhkaVVhVUUxdDFEMVBPZ1h6Q0ZLUXN5b3lvRDI4YVJ3U0I1L1l3Q0I5UkErKzdoYytxMFBWMGdFSmw5a1orTzZNeE5vQ0VGKzJEMU9IUzlYSXRUM1lJdURWVVZQYWFOQ2dnV1ROdlNGb3pRSHZpSDJiRG81TytVU3NiR2s2OGwrZHZMemsreHl2cHlGanR6TW5mdFNsNElKZHAzNnBxQlY4MVU3WE9hcEFjM05pUFZGR2ZMSGNTVlRNSzJnTjZveHJBcy9ST0VIazNtbWZnKzAvWnpoazhDSGlpNmpXSGF3RFhJZHBiTkxteGIyazY0NmJQeUNPVVJCWmxSbHdGVXdZSFdNUW5nK3JKZk5hTDlCSncrQU0wNnRwYU9xUjY3ODBZK0JHZnAxd1FRYWdsRVJwTWs2WnRMY3pLU0c2S1cxNVNsZ3dRUWE3NXVZODFOYzJMb2VIalJwbG5aN2tYbWdlOW5aNzFQaWdsaGYrUTZmMnBET2pWMm5hVERoTzN2OE9pb1FEbWZ6K2ZjTFgvWjQ5d3gramU1eDlvMzg3K3R2WUFJVVRpa0lXcmNsOHZ2QTVhYWlwRE9UL1pPSlRKL0hhaGdFV3FZcDB5YTBhM09KL0lKSldjM2ZJRE1xYWxEQmxpbklEeVpjUXpGUWtJSG9ZN3JGQnl2RkVhS1V3ZFlmUEpGMXBZblZ6QVFFWU93RlNXMHdBUzVPdnhsbnpmQzlIdnpwTE1tZitJRlVPeHNRUGMyemZJb0JFOTZGZk9jKythYjA1VEo4Tnp4cytHYVp1bDVjZ2hkMDBWZEw4cTREODloMXZLWW81MFpVcHJFVTlTcE56WTA5eWU0OEh3amFXNXlxdDhuL1psNHBCUjJ6MDRtZzVycmVWdVVJbUN4b0tGM3M0S255Tkd6TzJKaHBuYTROa21ZSXB0cWdibUZtbE1SODJOaXh4VUgwbXpiR1Y2Qm4vMHhkZ0pDNGM4SnlYS3ZPRmxDYjZkS2U5QzhHWlZWQXprd0UyVTV0TU9FTjJiS1M4TkRnRm8yYm1NK0Q5UWVKcWRReWhsVWltZFFYM1FoVEkyREFoSit2Y0tabGd1MGhwRjh2VThHQmRueGNxQzIxd1ArK0NxZm5oMkh3VVE0eWRXQWV1NDdQRlBEckxwbVh4NDJvR0h4bERsZVplVzVQUG1ZWjduQk9CWE1hVjBIUTE1VGl1UTIwS0FSTTVwbGEzUXp0TkI4SXg3cWdMdVMvTjJaYXAydERiUm1DVVRuQ3pDakw4S1dYc2psUGdDNjVpWmdCZ09EckZzb0NMV0pLbWRQSDFEU01RVm14UVQzeVpMdnV6SVEzWkFmSkI4SHVGbzJibU0rRE9SaGxYZGROU1Iyb0w3cm1WT2R1d0FUZTdIV25aWUx2R05MVFZzcXBzdTk3UmdlclpuTWQ1UlNtV1YzVG9jRWZ0M0FlZGgyZktaSytxUzRWOExnUlpnM2hyaXdUM3V3MWhiZWlINndiUUhEWXFxaXJJSmlQN01rc2FKWFpFaUJnb2o5TkJ4NkdJWTU4cHR0ZkdVOXR6TFJPMXdiV0dZSlJXY0xNS01zNHgweGdTcnVObURtMjNFSlpBSFE3S0NxRHk4anRuTEl2VHhIckRkaldmL2k2RHJ0YkYweDRRN0RvL0V0TGFRR2xFRjRQL2lsSFlCc2w1d01rQndrbWQzTkVYLy9oN3NuM2NvRitmU0tMbk1OZkF5WWJJT3hWVHdXN2tEN3lwR2NtdGIzRDVXclBLQ1A0cERyTUVEVHRvZU1xMkhXOHBpam5SazVqRHFTc3p6ckoyZEVEQ1ZBTEFrWm1VbHRQSCsyK0V2bVZxNkFCMHhzaWNCN0ViQWtRTUJrb3NJTGhEaDhGT3JEazJiSWw4SzJQaGt6cmRHMm9NME13SWsyZ0dXVVprTlhnS2FSQWc0OHNNd0JicytyaEkvZU96ZUs3SzNzNFdpR3NlaVNVWE8yeUhrYnRVR2JvUlQrdWRGcHMxUUVYbSt2MVlKc2RFQ29VL2JmaGQ4UGgzeWJNOVFMWVZTUXhZSElNamIvbVlkTHo3OHQ2S0ZYU0xsbktHcnIxMzRFS3hGVThNMUNGK3RaZElJaTZJK1FqMTZsdkNpT2tDcWd0SHZ6azBTV2g4YUdFNFNYUkQ1YmRCcjZKdmJLTFhOTlJFUFFLalNBUU5DdE5BaVpkTlMrRDFaMnNTVmEvUWVZcFZDUVVhOHkwdEd2ekdqSUVRNVVuU2FBWlpSa2cxdHJnQ1FCRUk1bkIvM0s3SEtrb3lJS3p1RWRzcWF5cU45c2orWmRta2NXQ0dTSXdnWVpnVkFRV21jZE1tbnVhd3dYMWlyN0d6cDZmSko4Y25pVUhqbFRCYlFzZ05HRFNCdU5zcGd2d3c1TytmZGswcFU0WlpPMEtMcndWZVBIcmhpWXR1SGVzdSt5Nk1JOWNwM2t3Z1dldTRycFdJS0RPWGxCdVBTdjZ3Unp1RFVDeXlMNGQvbC9YeERDYVAydkNFSmkxajk2aGc5elNXUVJNRE1sYnZtV2lDZUMrNGZvcnlrUEJOalJtRThWVnNMeHBhZGZtYkRJRUk1VUZtbEdXQVVNYlBJVVU2QmtUeTR3L1dkUXhXQnhTc0VjZW9XbEszaEdZZ0FmVUJCTm9pT01IR1QrYUEwTFc5K0FDMFZ1OXN5T3VqUFh1WHkzL1E1QzhZTmhsd0dRQWhqcEtsK0dEUWJuVDlQdnN1VFFibWZMSnR3RzNZS1BEdnFFWjQzdHV0MEZjNnBzaUphL2F2c1Z1bmFKQkNjdEtROGVpd0FaZWlRRFYvdWtFbnZEWVJFZEJVN3ZCRGV2c0xjM1dBUlB2ZU9JRms2ODl1Nmw1cVBzQWRIN2twRUcwdkdscDErWWNVOE52dXBwUU04cVNQWVNua0VKckJBQXhlamgwRGd1QUtGZlRsWmRLd1QxeXRpNllRRU1jOXprazROSkNvdFgzNEFMUlA2QlhoMCtscEVKaTFBNGFNQm1DeDNtNGdYK1hleklNbUo0SkprbnlZV0NIQithSnAwcWRCRU8yZ2JFVXpDUFhxVzhLWGFPNTg4VTVYQ2NUazVJYmFJMWs5cTZZVi9TTjFDSjFXVHplSHR1TkZFZEJIVHRWMjdEck92cHhKS0I1OFVUV2dmOXVPSU16ejRQdVp5QlkwUTZoS2JpWUNwYzNMZTNhbkUyR1lMaTJVRFBLTWlEcUZpb05lOGNUR3dYOW1BN1pKbjRFTkoyU2Ztclo2aER1a1ROMXdRUWFJcnhCTTRkbmJ4aGMxdkNlUW4wUHpoZDlwYU9ITXRocnpPbWRWdFpxSVFNbVBZVDZpTlVoS01VZDZWQzJKempNRmZlRHdPK3VLVFhOVzBHQnUyaHo0TTBFV1JpNVRuMVRHSGxNWUFwaXdyVmxFb0lDSFVFL3hVN0RqNmtlUWVGRHU5Q2dDdUx6QTgyOGozYUd5TXdFak1QTy9xNG1NL2RaenpIRE1aQnVHZ29SYU15MHRHdHozaG1DNGZyYmdXWVVaY0RRWkZzVkFBL3hPa0RqNnI1ckhlUVJxRWlaSU82UlNhVXZETms5RXo0Y2JkSEtCOXFiZWZJeDdpWDFQVGhmOURtcjA0RXJGWld4WHN5QVNUYzlvbkhPVTFES3BGUVZQUU1Cdm1JdHFNZXNSa0hqT2J5QmNrdXh3SnNKTWdtNVRuMVRxRnJRalQ5TmhZdkNBc3IzQmhla3pmYnhXU3BZVE56bHhMT21MZEFCc1ZmaHFmc3U2am9FVEtaQ21yTy83MVRyQTVNaGtGNm5kTjJtVEV1N05xOWtDclVCenJtQzRmcTdnV1lVWmZpMjZqWXFUV3ZzbzNHMTQySm1sNmdWOFFnT2toNDVNRjRhWEI3MkpBeEU4TE05TzdSa2R3dkZCMWphK2g2Y0wvcXUzVjF5Zmg4UlNkUkEwSUFKR01jM1RRQlg4Q1huMUV6N1Nvb1FITUtzZTJGREw1VnZFdkJ6UVBDcExaTWhBc2gxNnB1Q3N1WXhkZjZRTGxqU1pEUmxTZmFETHRsZlBaQkwrWG5yUEZSQngyaW1obmVHQ0ppb1BSejJQYlJDQUNLYUFERXdtTHQ1MEpocGFkZm1WV2NJaHFRS05xTW9BeldRSnRFYXgzYkp6ZGxPVURWTkwzT1NjVDB3NGFNUlJrWDNtQWw1TWFHK0J4TXdjVVZmc2RzRnNHZC9nMml0MFFnR0U3TWV0VFh3YVNmcEd6WXJLMFQ3U29vSzNNUGdaT290RlV6TnNYMmtFalpTTUgvT014UCtQQk91UFN4UVlYaEQ5SU9XR1oxRWdhNzBLZlFqZmxSQlU2Umd0Q1ZBOTB5NEdjUjFrd2pobTVuc0E5MTFRc1UzTnBveExlM2F2SklNd1ZEOXdXWVVaY0RRWnFqaENYUmgxYlpOZzNISUdlUTZMb1lpSWNLQ3BFY2VPK3lEV05pWkNUU0VvQ0xmNzBiZ0Fuc1h5SlFOZzRrcitxSWR5T0M3bDVPZ2xsUWlNbURTUXlPazVjUkhpbXMyR2hLaVd3TGdiNXVrRkRpWGNSZjNZRGtoaEtyTnBtWGZoWG5vSUZjMWRYMVRhRTdvenVmYlZsQ1VrUk1jaTRZdElOUHg1OEt5dFpmczZFQVZCSHEvckhoQ3o3VHJLakl6U2Q3SXhZR0xnc0tzeFdValZoK290azFNQkJvekxlM2FncmRmTUZSL3NCbEZHWkNlTkpGdStVN3RtQUxidXMraFdpQ0lQSUptQk1jSW1HUys0cHZIem9MSkFSb3paWWw1NDgwUWg1MnlJOHVvdmdmbmlqNXIrMG95YjBaeVczMWpJUU1tUTNxNFVsVUF4ajJabEt2TWVWaVJ6TjRpNWFISG1BbGsyMysrVGRJZklzSmRGK2F4NjlRM0JSRlFSYUFINnJjTWZkbSt0S0hvQjJzRVRBNFZpTXpMclJOZWpDaUlIL2JZVTh6SXpoQUZrK1F6UU1jdmdoTStNQUd3SnQwUmVBK2JNaTN0MmxKcXIyQ3FRZndXYkVaUkJneHQ4UlJTYUkyUXV5bkl4RW00YXlxb2JxbVZNTTBPaUpFZXVmb2pzc1R1VGtCSlRXTEJwSSs4VitZZTRxa08vb1JHMCtkTUVsZDB0ZElXWXN4aktiVFlUZDBObU94N1BhNkhIczhHVmtuNkNwUTV1RW9Ld21MWE9QdStHWlFKaVl5QU9mUURMZGl6TkxNWlJZbGM1M3pBNUFCZ2RPUVJLenVwSmZ2QkVnR1RnUm9WWm5HcjBaaksxd202ZzhBZ3ZtWFlPMkNTZktRTGxNNTJpUGVjeVIvKzByWmhJZ09ObVpaMmJWV0xUekFrUUQvVWpLSU0rTnN0Vk5nNUFidHJ3UlRhTk1LRS9NakxkWnBRT2tiQVJKZk9jMUZOWSs0V1ROcXBpWDRib3lROXhsTGZnM05GN3lPZHpwWGJCalF0Q3dvWU1BRkQzVTJWNEs1ZTFrUURaNU5sdWtmWXdtclJZRVRIRE1xRVJFYkFIUHF4Q0g1blJWRWl1ZXFid2xNN1g2MWo2L3RJbkRTMU5MMkVUQWM3SDJwdGpFNitFd1h4SjhOSGl0R2huY1VuZE0rRUU3Uytyd08wUktZTmRrY1Z6YjAxWnRyMENkZ013WkE0d1dZVVphQ0ZXNmd3ckJMeFhHeHFFQVE4d3N4dkpUMms3T0dTTWx6aGV5YTBGNnhTZWRJMWtCUUxKaUNxMDIyN2x4SHBnZTBFa09yMTRQWHkzelBKRUgyTVJKbEZBeG1TcDVtZ0FaTXhtakVZMXZDNG9QU0d6UzUxK0dSNHpiRGpBY0FudmFNTFBXMlQ1SkVJbU9PV1NvQXlwQlB4clhIck9sNVRKS1hjaUZRc0k5QURjNFR6Rk5CUGYrZndZaDdHOHBHZ1BiVDdoVVJCZkg5U00rdmpudVBPVElCb1llanNPaDY2UFVwem92ZHhVNmFsWGR0V2toTE1adkdIeDBWbWJMM3Q1S1lzd1FldkhWUTRnWmVSYnRnNDhGSVJrRVI3a1VvQlo5cXhsQ3FrSHpZQlcvZWlIVS9RKzRiM1M5YlBVdHpUQ1JaTTJxNkFNOFNkMmtSOG53ZFgrWjRKYlpNUi9SaHRWYXdmcGFWdUxNV0FDUXlMRHRaREhkQ2pISHd0cmhqaklLZDJiQXhEOFpaaUFzR1JDbnB1QTBzSXJxTWRVaEZpMS9HWndqeXpkSDBJNGxUbG5wcDVFbml4V1kxbGtMakpiZG5TRFRPaEFvSkR2VDQ3dHV5SWdtQ3dOeXM0MExibDZRRVQrQUlzbllvRXZqWGNtR2xwMTdheXBnUkRXUUZtN0J1YmdLSHhUSVFmM01COWNHd1VCUHV2MTFBbEVBUWMycVFwRUFQT1daZG5UdWNEazJQODFDWEYzMDJ3WUFJMVAwZHlaOG5PSjEzZyt6eVk0MnJXZFoxdzVwRmMwY0grMzUwcWNSNEpCa3hnd1U2YXl5dkRad1NDSzNjK3NySGdXQU42ejAzRmkrNUN1UlhzVzM5Um13bHZuaGdhN0RvK1U1UjBJOFBYQkk3UjFNY2s1Z2Q2c2grUUgvK2M2dW5zMUdJWVVSQk1YY3lXbU53Wld2Z0ZVUTBDRXp1YTdGdms0VVI5elQxZnNNWk1TN3MyK01lUnJ0Z1JUQ2ZEdmRpTU1NdlVyZ2N6WWZ6TVE4eEFkeXd6TUlxS1RCMDZnZjdibGxLRnluMkl3dGNqbFZHVE4zZFJ6MzVScWlLVllNRUVSTDFGcUtabVZOWVB3SFNqTTVZNVA0VXFwTUhzNzVtUUdyWG80bnMyN3g2UnZOREl3cnRRMVNkcEVLTjhESmp3UVVGbUxienI1SDB5QkxiRnM1VXd6b2QyRE9aY0ZwMGhCTWFVQ1NRdmRMU1VWem1WNXhwWTFEbVV1Tkk3TW1Rd1Joclg4WUpKT1RjeWZIVUFQalp2Smd3NnJlQU9QVTFRSEZyWVNKS3Vuczd1MnlrZVVSQmdxNTRwUWFmaXVESXZkNG9zbU15d2t5TlY5ekdkbVl6ZDFaOGljMjZObVJZazNFRzhzd1ZEUk1WbUJCVm8xenRBMENwNTJCRUY0dUFIaW5NbjFYS1l0WTFVWnRXYkIwejBNdlVUWEVaNzNjaW93b0lKaUVwbUp1dG1QczRYZnZJeWc3Zlhnek9xOENmbmlDN25CT3prbjB6OFJmTlNXME10cTdnYlBNd29ZOEFFRmc1eWViclNZMTMxTGZRQnN5cUFVV0lvT09vL1daeWRUNXpPc3oxU3RacnY4NzBDZVdXQnlhNmR0NDZGYUMzdFNjQVB1MDU5VXhBQlJlUXArMTJtZEtZL1JmOVlKOTdJQUlDNUxLbTcxdnVKZ3FDajY2WnAwN29BQUJvRFNVUkJWUDFvQUVpdTA4TmJvb1FGazZtMXdnWUY2cW1HS2xsSDF0L0dUQXRQVEs2aFNySUZRMFRGWm9UaFJRL1NRQ3loMUREb1lnOEVTcGtCNXNlQzhFU0FKRk9vWXNEVEkwRWd6bXlsQ3pLaWE1UlJnd1VUR0lmSnBzNGNncnFubi80VVkzLzg5Tk9HU1gwUHpoYWRWd0t0Z092MG5STlRZMkRnZzZqTkVDUXQ4ckF3WU1Mbm8zdWM0UE5uMjhtSHhiQU1leHFuRTU0a3IwRE9jM1JNUDhUZUFJeUc2dXRwcmFlZm5yS3ZQdjMwUkhGUDNhWjI4akVRczVsVnRNekZybFBmRkttNitRdHNvM1JxYm9xZWtSeWc5b09ZMHVsaFREY0RGVkVRZEF1OXR3ekVuR1o4WFZSandJUkR3UzFWTTFsQzhlK2M2WXhjeVJvekxVeTB0bXhOT1lKWklqNE9iNnRvaGhrM29JRnFmd3BDc3ZXR3dWQ2pNVTh4aCtZTzJjbkVrTWhBK2dkRUhJTGlhTHBIZmx6dGFIMEFCRVBYWDhyaVpjRUVCZ2srTXBocm44U2NCWDU5RDg0V25Vc0FuaVV1Nk5uK2ErV3RuUmR0NHF6MUxSNXpmZ3pxOUFZbThZUXRtQnhJWDI1MWRvQnN3Rm4zbWY2MUZsNHdsUE1sdXB3ZDIxN0V1ZURORHJvTHRmQVA2VThLSHpQenpMUWpScTdsdTV5QnZMRHIxRGVGNW1ydU1MdlZYZHlrRlFYMEI5UU8wUkFKNDVNMEFEVDdzbVpBRkFSekZ6MFd3N2g3RldqMmJ3cENBeVlBNmVZRTQ0SGx3b21HSmtNVXlmelRsR21od3N1MkVyOWc1YzBJQ2xQdEFHUjFNWHlLM1FmeVI2TCsvYlI1WnUzZWt4V3hYRWoweURIYWQxL3ZzQzVmNTdlNnA4K0huWTNMMEFub2xvN0wzNElKMk5Yc2hRSFZraHlvTlQwOVp1Si9OS3hwZys2Wm9zdlN2d0dLNVJjYWpqSGIxaER5OUJNMWtiRW9uUElwOWhkR3NzbTg3Y1dYQlJPQUw2N0hTMEtaQjF0aVN3dnZtSVJ5Qm90UFVMMERQZXJJdERuVW9BN1I4QzRqQzNMKzVWTFpFVG13Y2tGbW43VnNzZXVjQTVoTTdSTEwxbGtRNnFpT0JuMWpXNU5DMkZ4N09wRXF5STVnQXprMTdJd0VvUUVUUHF4SWZJRlppd2tKbWs1cXNxL3JvUGVtVEF2VERETy9rdU5kV3JEeVpnUkRuNDJFd0tBdTFKVkYwckhCV29qQ1hPaUlwMEpQMVJYenFMajBVV01kcjNBZjhObEQzL3A4YTVmZGJmTVJiQjYrblFwdlNPOUJuOGpmU2JOZ0FyaUxjV2RBdTdIekhrbDlEODRVSGVUbTEvZDFwUjl1aVpqNzUvTWkwK3pNUWZheUdFdDdMNERnR2xmSWVBditGRjRXVEZwUTN3Zyt0SENWbDdrRUhYZXM1K2lTU1NobnNQU1JMQ0grZG9sU1ljYjlhcDBKcm9GY0FzWnVPakdFMlFFM0lWeHR1VW5adnl4aTRnOTJuZnFtc0h4bHFNSnpZZjYyeFo0b0RYM2ptbVlJS2pTWGFvem9Da2VhZ0QvdFVIc21mS0FIZlN3b0h6UmdBbm93SHR3anMzdFlPOTJ3akhKQ1Raa1d2c0loUml4WmxWZXdDbWFjUGZrWjFZeGhhcFVEUTRyZVV1S1Y5cVJMUENrR0Y5cmdZNGJHR3BvVkd0dm5QZWpBZG50NFpMUTk0R25UYitNcytNOGhMVm1vNFVrejd6cjlFWDdYRndLVFkrTytrTG1FbDRjUWIyTTlaanpOMFR5RDdwbWk2OUlyWDkvaG5vaG5TenJMckRrUWtNOXhPNitkak9EdlBEZkFZQS8rMk92cnU5ODVzVEVUc21BQ2t5MitZQjBJd3k3ZTVZY1BzUjNET1dNdDh0TmxxcE9KS3MxRUZXTFFlNDZNSFB3dEROdHBlREtBMHA3SWhxNHRKTm5mRVZIeEI3dE84MkFDamdDYUtIZVpGUTBFTHV1aXUreVpwOFVGdWozU2liQ051V25DMEQrVmY0NmhtWkMrckV4cXdHU1JuZDVVNUtzVWJrRkRJOHNvTDlTVWFVblg5Z3BXd1l4TGVpWUx6bUVlY09qV1hOTHFFUWxqYVplaHh6eHRxM1ZkdHV5OXc2ZGRHMXFhOVFGai95Z1pBa1MxaEpyRlgvS0Rpc2xNNXkrK0ZZL240TE5tNWdhendlL1FBcXgwelhBZ2srZ0N2NEZsVHBib1dnSzR0ejdTQVE4YjZaUzNYZE9oQkY3eCt2M0pIMEZ6cjV1a1EyaDJJdjdJdnozdGdvTGllYWMvM251Sm9iVUJCQ2JRYVFHNGVoT2V1WFliSHVxY2pYaFFYZUdjaHhnOU9CS2d2WTVkdE5pbHUxRFFCMUZUZWFYNlZmMytsd2E4RTBtVEttbXc2elFPSmhXZUM0c05wb2tRRG5ZSnpmRGQwNzEvak9kblJFRndDRVFVVzJCZkp5WWFVczk4U3MvdENkZTZkWUFETytmaE9mQm9sdDhDcnFaTVM3cTJWN0FLWmx4bk83SUpZN0pISjlNV1NSdmxWMkdXQ01DbzV1OWpyMU5wNVc3L1Z1emNYR0x2NThVK3pVZnk3NFoza1crQktmNGxUeEcvWUxJQmptaXZmUmh0aDJMV290SVFtQ1JET3paT3FkMzRHODYyMzBMUjJoNmNLYnFWRlVLcjBLUWRsWUpmUngySXdRMFdkYWNqbFp1MEwwUG8zMjN6cUFpU0tmQXkwRjhTc3hhZWp5NEVKbnc1c1pOMFJlYk02WlFzUXNwdzNtV1hiUVV3di9sYWEyYkFqeU9UUjc5bUFuM1FxZkZBOXNRWmRsTWM4MXEwODArK09OZ3pmR3Fid25CU2dhZlFvT0xtWmNhTjcwQ0x6V1RTUEUzYng1c0JSRUd3Mkx2Qm1iYnZ3a1JqRXg3aktUY3pZSklNMzZBcVhlOFl4aUpsMmRlcEZLMXphOGkwdEd2N0JLdGlSakZIRnpOVmJHTFpBbGcyald4YjFzWEFOREJkd3VaQS93VGxWYjlXWHd2dWQzTGx5aFhvY1BDWE82TU1iR21lODN3RzJlZXJIbjE5akcrT0hXS1pNWmpBS1BFcVNmazhQYVRvZ25TQlh4ZE1pa1hYOVlKeHRsUjQzdTdkdDlUZ3Q5NWxacnJSM2RObGtoNEVGK3cySUl6cVBWQkNpOEtocE1aZ0FwdlhkeWJEQ2MvZ0MvaC9MU25JM3hET2ZUMm04cEx6N011d0YzNURNZ0ZvZkxWbFIzZWhlSTBVd0ZlWjJDRUErQmNENHZHenRpaHhuY2JCWk1qUW1nUlZtaGNFLzFDTFFuQi9NMWxuR2xjN1dDZEVRYkExeGFmREhPMzVqTVVNOXhaTW5sSW5IbHR1SjVyVlZlWUpKdk1hTWkzdDJqN0JxcGh4WHVBQU5NK0hCM1JmcUE4a2I0S2ZEa2xkZ01TVFZHS0pCT2o2L210UE16bjRDb1NtWDlWUnVJdGZISmluWVBlY3pkOW43QjBRVzNnYm5lSkRFbDNnMXdXVFl0R05UQjF6bG1ERDlyVkZQZTJBbFprQ1pKUEVaOGpRZWRkd2g1RG02dUh1cUNyQVlKSjhBbmJUQnp1UXN3SmZxZmc1STRJTkJISGV3RUM4QVIza1kreEVmQXo1VTEwOFBydTdVRVBHT251MktnaU4yY3VUbGJkQVYycDEyZlpxNTZiTkpLN1ROSmlBVHZINFkydk5DNEYvM0ZMNTlna2NiQmhkRjRrZzc1WXRUUlFFYndGQkMzKzE4L0lrZVFycS9YVzlKclJnMGhxZS9UNFUvdVErKyt1V0J3K1JqeExUckZTc0dkUENkZys0bHI2OGdsVXdJL0Q1QmpBMFk3K2dPYU03bm9OQ3oreWVkTmt6RTVTdmd2QXJVK25FRWlrelhUK1duQjVwSnJzY0p3WUlUSmJCdGZrb3NBTi8xWVZuSm1KVjhhS2YrRVhZQ3R6Vytlb09Ia1pTNm5sd2dlZ0xFMXZYMURocDN4cHlUbTNhOFgzaE81SzRiZGZQaXh5a2x6Q1k3QXY2ZmJSZHF5c2dZSkw4RGREb2wvLzRRNzhKbXRWWThydWFrdCtET0pQWmQ1L2JlQXFEOVMvOXhIdWhsNDA0RjNVNVI2N1dldDkxdUtYenhCMjJiVTdsMHVjVDhOdUd1cGZ4TE9JNjlVeEJhaFFSa0hZem5WcVFBbVAyVFVVeU1GZ0VHTElqRW1IcGcxZ1NCU1hKcnpBNGNzeGIxeHF5SzRhTEJaTUVmbHIxNURHWWZyOVBWYUJ2VTR4UU9qSHIzb2hweWZJU0Z1RWV3YXFZY2FiRFhnanQ0K040NnVycnlaM01tWG52NmJzbktTSituazFOREQxNXpTUjFyZ0tmSGdLVHRwZ0xMUXBJVVZVUU1FbFVMNzk5d3hVQW40L2dlVTE3TUttdnJmMFNVbzhObU96YWlkeWhtV01zZEJoL0dBemQvQ3VHaFhoQmNSNkJ5UXpqcUpyc0dnZ3lwTUIrWWlOSjhtYXdLYjlPdEZPdjM4SFpRWndYOEo3WjdxdWhmT3V6a3V1M0hHRm0zZFN5YTJNTDU4UGU0OXM3TC9vR2tmVDl2VmNjb1R6aU9nMmJRbTVXb3NyQ2dtLzVMazMzQ1RNU0FjSklSNXJES29FVnFBVitYdWdQWDNNaU84akMyMC8vaGVhQ3dDUlorYjJYc20vOHBaUlBEakZDNlhLWjl5Wk1temhkMnk5WWVUTXV2TDF6K3JwdHIraXpCcHE5MlRyeFVMcTRqalovWHhYcmdvNmRzN2JrYitNdFlrU25ZSktzZk80MUo2OThaMW9XZlZoYTV6VHN3WnF0dkErUjN4eWFuWktlV1lvbjQ2dW13QWNaKytZZmFIMEI3dytQK1Q3ZExOb3plVklPa0x1ZW1hQURKc242NzcyMjg4THZmYjZjd2dFYmZPd1VGaDVCbkR1bzZzK09oS1NmZlB0TFQxNVBmL2dGMWdBM1JaNzljM2pkaG5ORHhIVWFOc1d4WHB2a1NoQ1VDYmgwSkFqcDloRHMrR3dYbHNkZzRpY0dCVTc4T2Y3VUprd2IxTFdybWRFdk5JeVNuaUV3VFp0NllKSW1xWmN5TDhZRk5HUXZTL2hheGpNbkIweXlhaHd6Tk1FQm9vWTltRmJiT2JKeCt6alFQaVJJMnRjTVFXc29SLzNUaVVucThVa0svcWI5dnZTNmZUb2dDbm9YVEJTVFpRMWhCMllPeEhQQ09PL2ltWjlpbUw2Wm5tYXpqbTJ6YktJdlJGeW5XVlBBUjJrc2FQdnFMcEZtOWlzSDJPUDRpMWQ3aFZ5S3dXUU5PVVFoTzB0UXk3UkJYYnVhR2EyRUpBU1FTZUlaa1M2YWlHZVExRXNXSGFVbGxxT1MwWUUwSXZtd1hpQ1lPQXY4Y3dVVHM2UFBwUjZMVVF4Nm5yZ1VvdTNldEpvUisrZjQ0OGV5UllkMjNGOVI0RDcwbUNVRFRDN3BXV1B2cXExSm5ja3A1SHhvVm1hb2JDcm83a0lCd1JnMUswV1BFNGpyTkFzbWMxV2VDMlBaVU5qc0U1TXRFLzRxL1MxRTVROFdnOG1jTTc3NSthUlNhNWsycUd0WE0yTktVSld3YjdjS3MwajRNd2ZQckR1YnZFTE9QaDlpVmhCK0QrVDBja01QdTV4bklKaW9CZjY3dFJqTmVyRG1LdS9rUVl5Y1Rxdys5bGlYblQ3Mm1EcHlNTDJCU255WXd3eGZmNmhMRGoxMlJnTjdzWEtsNXh0eU04QkVmMHg5eVVJU2NBL2t2SXdtZzFxbzlGM3RRbDNhdEZtRGJSdk9DMUhYYWRZVVE5YmNHS2U3M3BxaitSQUZGWVBKQVY2dDU2bUw1dFV5TGV6QVl0ZWpuSFdzbWhsMWFmY2UxRXp0NG03aHh1SXQwY09RNDdYVXhoY1JMeEJNNUFKLzBUd1BhZGFEYVpzdklZTzFUTWRFeDB5U0QwNXdpZDkremNuclVNS2gyQ3BDalR5VWsyeWtDVnM2QTB6bWxQc1B5TEk4a0xPM0lsdWxDbTNJS2VQdWpzM3AyR0J1aUxwT282YUErUkpmSkRaMHFTbjZvVE9IQ0ZGUU1aaW9vYkdzcUxWTUN6UHlyY0lLcTVreGkrMlNvend2M1dGcU05OUxWajFSUHVDQTAwU2FoZjVsOHpaZXNvYUJDVXhZajRETm9kbEJhTlNEdFlEcXZvSGtXemJHMjdESFRCeDZKN29yc09qQVRxVlZlM1h6Q1hrR21NeEs4SHdUbnZId3RUNGZsb281RDBJR2QvblNHRDRrdng0NlZhV3UwNmdwcHVsdFlhS3ZjcEdleE9JQm1kOEJpd0FGRllKSmk5MHBKNHlpcm1mYWdLNWQwWXhaalFscTUyNkl4MlhWRUpJK0s5YjlNTlhVRXpONENRbE95dkt6c3B1MmZCaVl3TVlFTHpMWTBRVWI5V0ROVk4zeFlhVDJ5VWlsb21NbURyMFQ3UWdQUHJRajdMNDRKd3dIaFQyUDRyUEI1UFlmZi9wcjVDZE9EUDlRenJTem0rSTAwQlpvdDJUbWVuQTB4aU1mTGFOaTFIV2FOQVZzbWFJRm83ZnlNb2xUTmdMeTlkU0NQa0JCaFdDeUdESmllNFFGTUtsaDJvQ3VYZEdNSGxGbEVyVzJsNnpGYm52VG0wdHN5MEdkbVhFZWZwcFZnY25JMWhJR0prdGloYlJnOS9tYjlHQXJqQXhOcmZPdFdvL1pKU3NPdDR5Tno4alM2SWRhT2hKRHlaRnVUWjhCSnJBTkthOGRUUWozWU01QmZqNFFpNi8rVlZ2Qms3ZHNPQy9rdUU2VHBtand1VEJ2d1lFWXR1YndTd1NpWVFFS0tnU1RRK1BYZWJwSzU5VXpMY3hPajlJOFNVcEZNeEllT0RKWDNOQkYvYndBbDJzMDNKR25LN3Ftb21PSkx1dGtPeXdNVE9TUnl3TjdaS1ZKRDNaYlBXVHl6VVZJMzVWYnhweWlGN2dJVUw4ZEJ6NHo0Y1hzd0hpTTk1MWxGajhUTjlGQmZOZm4vUzE2UW00NDUyN0FRQ0hPYjY3WTl1RjVIeFlsSFhaY3AwRlQ4T2ZDazNTRmxWTXVpYVhwZnBwbnNZSUt3U1IwY0hHRnIybmE0cTV0cCs5dTFUVHVtSkZtb3RoQzhiRTFDZHFvVE5OQldKbU1PTStCZVRiY2w3c09peWFCWjRlQmlRQ2c5WTVkSGpYb3dWd0tjckhiNDVQL0pWTGVwRjg4aEJoNXI0WFEwMGhidmxNR080azNaY2FDbXJudjZnUk1ud0Vtc0NJVWwzb1VMVXVFYys1ampNRFZvYkRBdHMramxjM0t5UVJsNXdRZDEyblFGSURBK0kzeUhCbVMxby9tNWFxOEZUNlFMYVVtSnZ5REJkc0Z4WXZBWk1XM2FDM2dLYkpybXJhd2ExYzFZN2JzQTgvNUtFb2RPdERTVWlWaTgycXgwRGNiVlcyNVYwSitjaTBRVE1Uc2JuclhWdCtnQjF1bU1yVE9ycTkzMlMvL3AxLzdneDlFQy9oQ0kybzJQVG4vZ3RYL2RaazBvOXl1NjV1RVpJQ0pPcnlDTjVkZ2JoVE1lVWsrUDlJaWVlOThxcitHOFUxODBzbEw2aVE2cnRPZ0tXQk9lT1JVbGhWZERKaDh3VnRKZCtDTjdiTkppa214Z29yQVpGNGFJOFc1TUtHbWFaT2lybDNWak5tQ3p4VTllcGl4M3lISzVsSXJaMDdOanVZTWhFK2xwNkFUR0ZCQjJNd0VqbGpjZnM4SkdrMGE5R0MzbFdzd0s0WlhxUGgxZTJReTFTL1ptbmhtb0tzR3ZhNUdnalc1NzRJUDNOakNHV0FDMjliOFF2TUdLRktDY3pkZ0czT2YvV3pubTZ3a3lVQ0JIMHJ5QmwzWGFjNFVaWjRMSDlvbHIxZEttVGpEdnJXTEFkT1FGaXFvQ0V6YW9mTTRVNlVLMURWdFVkZXVha1pYVGh0ZnNSdUhOaEdIRGd2bmVaaTZTbmpoeWsxUmJGM2QrY3VyRTU0eUlDTjBJSmdrLzdmN3lodUNuL3pUbkFjanBqSzQrQ3E0cjhPN1hTOTdKOHFiQ3gySjN2aGlXZXJ6Nmc3RFA4eTErV3hiM0JCTEhzd0FrNlF0d0dTVFVKZmdmQkF3d3ErLzYvUjlpUDlNYU85d1hhYzVVMENqcGM4Z3NiS0N1MWV6Y2tqNmg3dmZLRmVzSkpWdnpSNDVLVTYwQUV4YXhSc0pEa01UclduYWdxNWQyWXhHdm5SZ25ONTBJa1REdXlSNlR5Smo4WGdYbjYrSGFrUEJ4Skd3T1E5MkdHZEZEOWtPdkg3N2w3T3ljOUpYNVlrVGRBb2VFV2VCQ2J3MFgvd0xwZG1jVnozN0JLaFdYN0JQOW1kOEZDck5kWjNHVEFFcnc2QzFDNWRqSlJ4MnZFMHBWRkFCbUZ5cVhuOU4weWI1WGJ1eUdiMXFrb2xyK1FQcFV0RXlLSWQxNWF4akFTWkw5S0hHUlFFVHNXVzNITnJoc0k3V0paZ015Sk1aVFpBRkpza2Zkay8vZ1NiS3V1ZHduZ1krZTdLcy8rUElodk5DS2RkcERFd09XTDdUWXFubXlQUVc1d1NHaXhSVUFDYURnSFZrbGlRMVRadmZ0U3ViTVV0YW5yNmJDL0t3TVhYdnJ3MEJKc2ZtR0ppUTRLS0F5WlFMMzkrcm9qVUJKdXYrNXhTWllCSlVVVFpuOHMyWUlGNmhSQ25YYVFwTVNqMFhIdFIxNENJRjVZUEptdDVkRDlWYWFicHMweFowN2NDYVVtYk1LN2ZJcCtWWjEycnhPWlNzb2pYU0wvRjFhcXRMZDg3VzJaZWVlT0tKN1RKc0Y2QkFXejUzTGxPc0hpMEhrM1h2NUtLUTc1RFBaNTd5YjFJZHN6OE5yU2xra1VHUXcza1hIVzNOS0YwcG1icE9rNmFBQXhpaHo0VmhIK29ybGFSSGhRb1VsQThtNDl5aEd0VlNPWmhqMnR5dUhWZ2hOV05ob1NsOUZFRG9qMnRNMGdpalVwRUZ2cmJDYjlIeDB2RFdEVnpQbG1FRTAyRzRSbVdLMUtjOUJpUnNCenM3cWEvUHRUMzBlejhjK2F6Umxoek9hL3BoRWhHbGZvUzZUcE9tMkE5L0xnejcwN2ZxTnFWQVFTM3Zmcm1xZFAzOGR3bHlUSnZrZGUxQXRWQXpGaFphNWZNQS85V3F2bnZrWnhpWXV2OXNzdUwrZXN4RkFaTTE5bDAvZG1jUzJGQkt0Z3pBOXlzblJ6UlJ4ZXFCU1I3bmNaWDlIYStNT05GeG5RYkJCUFlsL1hpTHExZGgrTGtvR0pkcVhnVUt5b09ydy9OL2ZKRm4ycHl1SGFnVHg0ekZwVDQ4eXFKcDZhOFZaeEdjVS9yeXlZOE9iMDhvODRzQ0p2QnMraFdsRm1Pb21mdmYvRG52bDcrQnBCNllKRG1jVjk2QkpHZ3M2TGhPZzJEU1pua0xjOXFBL1JLVEdGb1N4UW9VOU5FYmlOWUpmbnprSkp4RE5NZTBTWGJYRGhURU1XTmdxUWVMN0Q5M3ZuZjBZRWwwVDZSWmZjL1p1ZlJzK0Q3NXVYRytKNHBCbFpSNUx2eC8wRS9qSUJZUFYvRGhNZTNEWlpmWW1nZGZBekRIMlFxVWtoL1VPUDkxUnFBd2tTeHFJR3Jnd2RJQS9NN1g2U1JNcE5VdWdNbHpZYlNSS21vZ2F1QlIwMEQ0YzJHQkplZCt6T05SMDM5c2I5VEFRNk1CMkZJTjI5NytWQWZtSmZicmZRK05BbUpEb2dhaUJoclJBR3lENUJ5THNsVzAvcXlBRXZWbGNwc2VRMUVEVVFOUkEwSUQ3YURud2lzZjZVb3NZZmZsMEdXMFZkUkExTUFEcjRHUTU4S2YvanR2VjBnQ3QzTTVrUGZBcXlrS0dEVVFOVkNrZ1E4dzlwTC9sM1U5OFYvKzFQLytvWitXV3lVYVRxNFdjWXo1VVFOUkE0K2lCdUM1Y01ucjVxT29wdGptcUlHb2dTSU53SFBoa3Rla2lHWE1qeHFJR25nVU5RRFBoY3RkNS80QmdFZlJDckhOVVFNWFh3UGlPNGFsMElSK0V1ZmlheUMySUdvZ2FxQVJEWXhMQVFrbnZ0eEl2WkZKMUVEVXdNT2xBZlhiRDJVUVplZmgwa0JzVGRSQTFFQWpHbGloVDMxRFFHWFVTTVdSU2R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TUFGMXNES0QzZGZzWDJCNVkraVJ3MUVEVHdZR2xnZnN0ZjNiaWRmL0dzUGhqaFJpcWlCcUlHTHFvRmQ5bzVrWmZoK3hpNXFBNkxjVVFOUkF3K0VCajdHdmdKeXpKOUdNSGtnekJHRmlCcTRzQnBvZFJuZkwxbGg3T3pDdGlFS0hqVVFOZkFBYUdDT2ZWbElzYytlZVFDa2lTSkVEVVFOWEZnTjdMT3JRdmEyV08xYzJHWkV3YU1Hb2didXN3Wm1HRHNTSWt6WnMvZFpsRmg5MUVEVXdFWFd3S0hlS3Rsbmx5OXlPNkxzVVFOUkEvZFpBN3Q2ZGROaGUvZFpsRmg5MUVEVXdBWFdRSXV4VzBKOGVKcXplWUhiRVVXUEdvZ2F1TThhZ0MyVDYwSUVDSXp1c3l5eCtxaUJxSUVMcklGTGVrS3l6RTR1Y0RPaTZGRURVUVAzV3dNYmVrSXl5MjdmYjFsaS9WRURVUU1YV0FQSCtoRDlBZnZTQlc1R0ZEMXFJR3JnZm11Z3I1OE10K014ay90dGkxaC8xTUNGMWtCYkhhWlBCdkdZeVlVMlpCUSthdUIrYTZDdFZ6ZGQvbFRuQisrM09MSCtxSUdvZ1l1cWdiRTZzd2JuVFc0bVNlZWlOaVBLSFRVUU5YQy9OWERNL2tTSUlGN1JXWThmSWJqZjlvajFSdzFjV0Exc3FKbkpMSCtxczNiM3dyWWpDaDQxRURWd256V3d4Q1NBRFBtWnRmbm43ck0wc2Zxb2dhaUJDNnVCRlhhSHk3N00yR21TSE85ZDJIWkV3YU1Hb2didXR3YW0vS09OSzczdjRUT1RJUVRqRlRVUU5SQTFVRWtEeSt3bFNXdDZPOWxuMjR0aWtsS0pTeXdVTlJBMUVEVXdaYS9vbld3blMreE83dzFSRzFFRFVRTlJBNVUxMFBxZHppdHVRT2szZDc2ek1vOVlzRmdEL3g4cTFSNXNaQ3EzcEFBQUFBQkpSVTVFcmtKZ2dnPT0iCn0K"/>
    </extobj>
    <extobj name="334E55B0-647D-440b-865C-3EC943EB4CBC-6">
      <extobjdata type="334E55B0-647D-440b-865C-3EC943EB4CBC" data="ewoJIkltZ1NldHRpbmdKc29uIiA6ICJ7XCJkcGlcIjpcIjYwMFwiLFwiZm9ybWF0XCI6XCJQTkdcIixcInRyYW5zcGFyZW50XCI6dHJ1ZSxcImF1dG9cIjpmYWxzZX0iLAoJIkxhdGV4IiA6ICJYRnNnQ2x4aVpXZHBibnRoYkdsbmJtVmtmUXBjYm1GaWJHRmZYSFJvWlhSaElFb29YSFJvWlhSaEtTQUtJQ0FnSUNZOUlGeHpkVzFmWVNCY2JtRmliR0ZmWEhSb1pYUmhJRnh3YVY5Y2RHaGxkR0VvWVh4ektTQmNZMlJ2ZENCUlgxeHdhU2h6TENCaEtTQmNYQW9nSUNBZ0pqMGdYSE4xYlY5aElGeHdhVjljZEdobGRHRW9ZWHh6S1NCY2JtRmliR0ZmWEhSb1pYUmhJRnhzYjJjZ1hIQnBYMXgwYUdWMFlTaGhmSE1wSUZ4alpHOTBJRkZmWEhCcEtITXNJR0VwSUZ4Y0NpQWdJQ0FtUFNCY2JXRjBhR0ppZTBWOVgzdGNjR2xmWEhSb1pYUmhmU0JjYkdWbWRGc2dYRzVoWW14aFgxeDBhR1YwWVNCY2JHOW5JRnh3YVY5Y2RHaGxkR0VvWVh4ektTQmNZMlJ2ZENCUlgxeHdhU2h6TENCaEtTQmNjbWxuYUhSZENseGxibVI3WVd4cFoyNWxaSDBLWEYwPSIsCgkiTGF0ZXhJbWdCYXNlNjQiIDogImlWQk9SdzBLR2dvQUFBQU5TVWhFVWdBQUJrY0FBQUlEQkFNQUFBQk1mZFE4QUFBQU1GQk1WRVgvLy84QUFBQUFBQUFBQUFBQUFBQUFBQUFBQUFBQUFBQUFBQUFBQUFBQUFBQUFBQUFBQUFBQUFBQUFBQUFBQUFBdjNhQjdBQUFBRDNSU1RsTUE3OTNOVkdhSkVIWkVtYnVyTWlJY29HZEVBQUFBQ1hCSVdYTUFBQTdFQUFBT3hBR1ZLdzRiQUFBZ0FFbEVRVlI0QWV5OWZaQnN5VlVmZVB2amRmVjN2NWxCaXd5eTdodkpEa2tXVUMwbUZvRVJya1lFd2tGTXVGdndCdzdXb2VveDNyREJBZFV6UWtoaUpGV1AvNERBQm5kTFlBaXdRdlZXWXExWXlhRnFoSUJBNjNDMVprU3dMQmIxRkxGclZsSVFWU01KV1JLNzd0ZmRqSmlaTnpPNUo3OVBmdHg3czdxciswMjlkMjVFMTgyUGs1a25mNWtuenptWjk5N09za20rbm1TalhzOVBjbmVKZDBKZ2RBUTZvOG9JZTI3MFJxZ0VJVERKQ0d5T0xDUnNaNUw3Uzd3VEFpTWpNQmhkU0haSGJvUUtFQUtUak1DY0ZKSkNHK3J0Ly8xclAvZ0xINjFqVWJvNnlmMGwzZ21CMFJGb3lQbS9WVjd5M1cvNkhTTW5mMTFPU3JtRXdKMkd3TU55OHI5UTJhK2YvYUFTazlOS1VpSWdCTzRvQkdibDFEOUo2TlE3bE5WMUk0R1dTQWlCT3dpQnJwU1M2d2xkV25sSTBCNG1rQklKSVhBSElUQXRoU1ROMDNpTUUvL05IZFI3NmdvaGtJREFxaFFTTmt5Z3piSVdVSDhqaVpLSUNJRTdCNEdtbEpMMXBCN1Z3RG83VHFJa0lrTGd6a0ZnV1FwSm9uNVl5Qm5idUhNNlR6MGhCSklRVUp0VyswbkUyVnNaUzFNNmFkVVJGU0V3Q1FnTXBDcjU1a1JlKzR3ZUJFNkVpc2p1R0FUbXBaRGNTdXpRSEQwSW5JZ1VrZDFCQ1BTa2xPd21kcWxQRHdJbklrVmtsNERBN0d1S0dsbDlTVkhPR2RMVm95bXBWdFFTMno1REkyTW9VZ3lIcVB5aDY4VnRQTGxWbkhjUk9XOU05UEFLMng3ckFCZTJjaWRrZEY5ZTJJdjZRV0hXeUJrTFVwTWM3eVNXckY5TkpCd3pXUWtjdkNWMnM3aTk2VlJqc3JpS1VYSVdqNGVqa01kb3h6bkFzZnJ2bExSbGRxT3dLNCtjcGs3cHdpcHNCajhpaE92UXBwU0dqcDRxemI2b3pESTRvTTFhMmFNQXRmcnJMNHF0V0wzOVZLMGNLeXpUeGpyQXhjMU1mRTd2bWVJdXJPYXZLczRjTldkR0NrbnEzSjlMZVJ4eVZCNnE2Y3ZnZ05LcnJPeFI1aWRQeHJpb1ZQRzZ4UGFyU0Nyenh6ckFsYTFOTE1FTTIvSjRmN0IrMzdaT0dveHgxRWQ3TkNYTDhodWFpMHU4aDNDNGpaY0x5UW83ODZLeStxYVA1OGZmKzlzN2JuTmxzVWJxY2xOV3lUZ0h1S3lkUzhtYmtzdHd3Vy9LTXh4dlpzZjN2T0tWRHp6d25mZm54L3VXNTc1L0NQNW1kc0tPTnhUQjdEalA5RFlsOTlkczQ2V2h2VU9VblJmMFhDWmZSWlRuQ3dad2VOV1ZDMG0yZWRiM1lQNnJPbXc5M2ZVYUxJd3VqMlZuWTZ3RFhNanJKV1dveDJnTHBrckswRFJRMlMzRDlSdzdNR0VSK0NKN1NUYkx6Q0xWS256bjFpMldFbHVVSER5YlFnczBDMGlVTXpXSFVCOXdjRDJ4eWtxeUFBNi9SSVdRekNXN1hHN0ZQOExZeTM3cHYzM3R3WndkNzdvNWhiSFdlSFlKeGpuQWhieGVVb1o2YlFuUERCUk9lUVQ5MTMvcXYvenZPUzl6K24vK3o1YnBqbmNjTWN0dTdXUlp4NWk3MDJ6WEVwODNwR2I2eGhucVVWb0k5UmtIejFKamxBa2Zqb0NvUWtpeSt0TkJrWVFFZURuZzA0SnN0bTYxZUhtNWhiSWRoUEtpVHU1WUI5aXArVFpFU3BmU2E0a01yVUl0enI1aExUYzZRMWF4SnpUTERMdXFhbHdkNStNaFIzSmlsN20rUlIwcDFhUmpjL0VET0FKMnFvVGtxR1N2TUtoTUo3eVpzVDlUWVhnd0lVM01IZzU4U1YzYmFQZXhEdkJvVFkrZnVvbFhUais4a2RwZW56Rkg2OHg0UHNjOEUrY1lWNnk5dFRlMkdaaGxWeVRmS2NhaDN5RlYxTys0akR0ZDhrdU9FdmZoQ010V0Njazh1eFlXcWtqNUVtUGZia2c2aVp2a2piT2dhRnBCZ1hFT01LcjJ0Z1RMbHRMMGVReWE1Q1ptdittOUJ0V1VpbVBGdnM0eE5SYi9VTFVKTXNxdmJjeENZaGc0TDd5dUpkWlJTZWJERVJhb0VwSXM5emRDd2pxOEZGQWVxQXljdWFZNEcxZEt0Nks5Rmtxall4M2cwcFl1UHBNdnBaNXBwQnR0cGEra1VBbDJjbXZNOWFKaGhIWkZyY3hZRFZmR2FXK3BSMU5LVG1aMG40SjdFMWpmQ2xKNXd0ellYajN4NFlnMFZ5a2tUWU5jcEhRMHFjZU1COGp6OS9RWVJJbDFZcHRkMThGejNzYzZ3T2ZrNWR6RllTbU43L1RXMGpVOGZ6UmtHM0d5N0hsL0R6T2xsSEk3QnZWeDZYVm9kd1hhaHl2NTBSVEVLdGVrMmxGQ3lSQnNweXRTdDJBUTgrRUlDS29PRTZIQXRMTUtSV3J3azc3STJIZmdORGh6VFZoRXh2ajg1emdIR0hma2RvU2JNRXVpUytrSUt5bi9sT0krWW41Z1pVR2s5dlQ0MUszZ2JZNXRvWVltWUpuazF3SGlJVEZZckVsSFVLUVZiZmx3Uk1nck5jbXM2L1JGcW5DVFlOMXdEMnpoekRXK0dPSnlLOHcxQVhEZXFPR3hEdkNvalkrWm5oOG5ScGZTRVZaUy9tUUlacXZuYmdERFB2T2h6RzVZMTJVNjNpcXVKajNNR1lBcmJRUEhyVFl2bUR3aktGSzN3akRtd1JFU0pHaVNyRjQ5eFhIRkhlYWYwdmNTN0swbHp3VEFOWTRhSHVzQWo5cjRtT2tMbDlJUlZ0STFPQ1ZCYlBuckViZ01RNW5kc0o3SS9KbW1OR29GQjJzdzFmbDFBeWVtaFp0UWJDdENPb0lpalpUR1NUNGNPRStIS3pVSktNdGRUWnh3QndQWTJaT0hJcDJDeFJEWGxxRHpNSGxwZUt3RFhOclNKV1RtOGFWMGxKVVU4RWNiS2RtU0ZRWEJmOTlzckRUc0prRXRRZnVuOXg0NDROZTE5Qkthc2tpVGpxQklkVlVGZHgrT0dGbTFrTFJIMHJ5RDBBT0JsYXhTMC9iT3NzekUrZ05wNHgzZ2drWXVLN2tKa3l1eWxNN0ZFZ3Q0YXJsRDBuWW5LMWhiK3VIck9ocW4vamlkRXZWb3loa2VkaW5TcEsyQ1BiOENDRXFTUFRpaWxOVkNzanlLVTdLYWg3YlZVbnd4eE96VTlBWUxUanh6ZUt3RGZHWXV4bE93WUNrZFpTVnR1TWNrZTg1V1Z3WU5IQ2hXNjBqamRFYmRyeW50THJEQXI0aTBseGFEekR3NmVVWlJwQlV0ZUhCRXFhdUZaTUd4YUtPVjJFUXdjSU5URWY0MWdLRWxpWVhtMGZERThrZExHKzhBajliMnVLa0xsdEpSVmxLQWZ4MnhWWGNIbzJtM3ZoamFQVmtiMjdrVmIvb0llSURyQmNSR1lyQUp4VUxaR2tXUlZqVGt3UkdscmhhU3JIS0tvNHA3a2UrNThuMzZzSitvRU45blBnTitUZzA0TXQ0QnhqWGZobkFlVzBwSFdVbTlZNUlWYjgzTGpmZFJZK2hqSlV0alhiYTRxTU4xaHJPTnVDWWRSWkdXajVrUFI1UTZRVWg2cm42T1ZxTVN1ZElJNUlHL2QzTlFWaXJMQnM1YVYwNWJuVHZlQWE1dTcwSXBtakZJUjFsSnZXT1NSWGYydy9UVlhqMXMzbHNyNE1wWlpuUXhFSDNvQlZ6WGl5a0tjdUthZEJSRldsQ3hTdmJnaUJNbkNFblQ5ZlRpOWNqVWdidmJLQk5oaGFyeS9idnBjbGpXdk1vYjh3QW50SGlCSkh3cHZlYlhQelhDdHJ4M1RMS21qdzVsblhDbXJaVTR1UERXdFlhVjdZYmY2am5pNmlHMDlFZHBURnQ1VEFIbFYwMytPUU1lSFBIYUVvVGt5R3gveEt0QXFRMTNJMFhsd0REZlJFU1JvTFdMSTVrako0MTVnRWR1ZjZ3Rm9rdnAzZ2liTzdDNWlJOUpPdTVZYkZxSEJWUU9PdEd0ajdUelg5WGxzeithMG9UWnMrVlZQeCtrZUFUcFVRK09lTUVFSVpsR080UHhTblFxdDdiV2RjVGVJYlg4SDArQTJXeXB4eEFhN3dDUGdhSHpWSkZIbHRKUlZ0S09OYWc0R3kxM2hPcDJOeEoySWJYbEJYVDlLaE41dEQ3dHdTU0FLekk3S3VxSmFkSlJGR2xGOVI0Y2Nlb0VJVmxHcG1xOEVwM2FCaGoyZGNUZUlWVnZ4ZHRFSEpwejFqcWNjN2J3bUFmNGJFeU1xeFNmWHQ1U090SksybksxZThPeGJQa0tmME54dXVhY1p6VmRqWFBlM29BRThndEpZV0tOZk9IMTllWW9pclNpR1JjT1NUejdlUDRHWnhvSFF2SzJQNjBmZjVmR1RSUUNoVi9Sa3M3dXVwcGRKME0zeXg5eG5JbUJGektpNjhQM0IrOC8vUk1jRitFeEQzQlEvNlVtUkpiU2tWYlNCbk9tTzNOT0NjSEVNdTdOa2ZOdTFxQmlZUnNSQS8xb2lqUDVrdXJJUTAxYXFVaS84anFZYy9ncS9GNmxDNGRnNkIwNXU1ZmQyc2xxdjZINTg0WGtDOEJTblozZ3ZzQnE0d2lOTGhyY3VZZnVDejBROGVSeWoyMHRraDloSkdnd3F6M0dqdXZzRDdMc25UczRjOHdEakt1Ky9EQmZTajM0UmxwSm9maTY1Um9zV3p5WUlJSEdXVzg2Q244dE5wUzJucEZESGVBRHJtOGV1ZUFlbE5wd1NsVXEwbmVKcHZDUFdRbWNpdUM3RXk0Y1BCZncvbGkyVUg5VjFqVldrU2NrYyt6V0QyWFpYOVlkdFJpb2U2OGxIZVZQSDl6VUVYdm5LcjFjazNUQ1ZTdktpSzFUaGZiWXM4UHNmU2M3aTI0RDR4N2dvTjFMVGNpRHBiUnlKVVg4ZWNja29EcFFaalpBQWdoMkFISWRwNjMwNEFKbkR2T2RhTGpzSm5OcVRhRW1yVktrcTdsb3l2a3BhTTJEQTZocVBmRmE3ZElwR0ZBSHFwUXJKTFhHaVZobjVwMnRqYnArbHJxZ0paM2NCcmF1NjRpOTgyOStsUHNrclVDMjRvellPbVhvVVNiWTdhMDNYZkRIUGNCK3U1Y2JENWJTeXBVVTg4Y241NzVOV0hMUFA3QmdOSnk5NW1Wcmg5blM1d2xCOWZ6YUhiV09VSk5XS2RLT2FNajVjUlo5eElFSEIrUzhWL25IZGZqZ1QxeEladGpyWlExTnRLYkFSc2RWVkc5eHNBbDhDUmx6U2ZndzZiMTROMGZIZXNGSlFKd1JUYS91QzdrMEpLYWZxcnRDTXZZQjlocSszR2l3bEZhdHBBNTczakhKbEl0VWptd3hHS1pEV3hUTUFoc1pSK2dJNm9lcmZMbU1OWlQ3bXJSQ2tYTEw1ZDVYUGxBL2ZRQXVkaC8vZmNOR3JHSkk4K0FROXRlNm9PMUFMYnVxbEt0Sit2b2R5eG44M0c0M1dPaFZZZS9XUUY0Z3l1TC9PZThtaW9mQjNNaXN6b3N6b25QVnZhT0VubHNVbU45czdBUHNOWHk1MFdBcHJWcEpIZmJXM00yVU5Yd1d3azF5czluRjU5YVdMUXF0RG0xTWg5NzltMFhYQnpSSjBaMGJGSENOL21pS3IwbXJGT25EN05aYmdJbW1tT3dOMUtVSVp5NGNRRERRcnd6eTQ4OTlWY0lSa2dVOTErWnliRHZ1VlNnQ1U1VnpHbVZZNHMxZE5iRllJTERTQ2hoeHk4S29xbyt3MWoybkp6N0FidWtKaXVYZTFLcFlTZDJlZGR4OTF5TTl4SUtLSy9rMy9CZDVQUUhoRzdZc3pHazlSMnlpM3FNQzB1RGF0V1R4VUZjV09Zem5GcWY2bXJSS2tUYmt0bE52bTFlSnV4UnB3b1ZEdkkrdjNHZStOT2tDanBETWFNK3Q1eHhjYkxwdXNTN3EzM20xTVFlOURla0hQakdPd3duNUxvNW5XUUVqTHRIQURDT3NOVGR4WG5TQU1jRmtoYjJsOUlxUEZ2VG13ZnByd3lrdGV0bHlCNlhqYkZweFd3eGZDQmRZZ3JaUVZBYTU1aW02U29lWUYxZVBwa1QyUDROMm5BUStyL0QyWHRPeEdnVHA3T01uZjZqTHpLdkpKbVI4eFV4MG5lMGk1Y0loZUR5VWxOQi84NkNDSXlRRDVSc0FGbVpqRUlvTUhHQjFhOEdkbnhjNWMxVlJiRUo2aURjcURzMTUrUVdNb0RJUXJCc21COGl5NWpUUkFYWUxUMUxNVzBvaksrbjcyR3ZyZU1SUTd4cnVvRFNkZFd3TmhnWmRabFpBZVZpNXRsRTFLdmdwUk8wR25WT0RzQ0NrUUkzaUdrWnpTeEp6VjVPR2luU2hmdkp4NDA4ZFNTTm9RWWpIRlgvdjEwUEtoU09EYlYvdGNNREJoZkgySFNIcEtpRUVMWXpsL2NpU2wzUWw0NGhmaXhEQVdoWXpieTBsYkxidDJ4Z1BGVERpRUlIam9UZmQyOTZBeGdmWUtUMUpFVzhwRFZmU09mWk44Q0dxZzJpZkFQeDFsTkZ5UE9jQmN1WTZhRmJ3QW80YmoybzRlN0FKdk1CMWJkUWE5cURRaGlrVVVhU3Q0NDJzcFIyRW5xeC9VVWo4c2s1VnhYMmtYRGk0ajZZbEE0TEdMSEtFcEs3d0JITkZ0aVNyWGpOTHRtb3FmaHRBWDY1SHNocHhmOTVTZ2t6ZXNERWVLbURFSWVwWXlZQ2dLMlhqSDJDbjZjdU81TTVTR3E2a2ZmNTltZ1plMXd5SE1OYU9SdWl5RjB3ZU9MZG90d25XTXB3RlFvS0ZDeFU2YzVEdjRNQ0ZucUpNcThyVnBLRWlYZWErcWY0Zkl3dHFRWjRTczMxYXozblZrbytVQ3dkc2Roa01ZRkxlMU93NVFtSklIdm9XUU4xY2E5WTZNMm1SUUJNQTJBclQrWUY3T1M2Z0U0WnV1UUpHSEtMY2xvTHhkYkl1WUlEZCtpODU1aXlsNFVvcUprbTI2VnNXZ2tudW11OGpkdnZhN1JScGZUUVQ2dTdLZUFFWTFtREkrSVg1UWF3VkJsMU5HaXBTTWZObjFlYlFzbkpmQmtJUHJMa3JSNENVQ3dmL1F0aUJZZ1BjdFhYTmtTY2syQ3JWSkdCSFJaSi85SFRYRU1oQUYvcC93MHVES0JoVGp0OFZVc0FLcytPbUlxZkp6YkF4UU02bzBvYlBJT3FnTFRHNUlXY3BEVmZTdm9DOUhWdWhZSUYxRnhCM1ZvQmc2Sm5BMTdKZERKRW5Nempyck9FQnRBR1h0cEtUcThteEpnMFU2Ykt3SUd2S1E2Z05aYld0bS96ZXdSNC9mN1NaVDFDRWxBdEhCZzF0OEdKd3JTRU43QWdKMEx6VW02NlNQdHpjaG9sdDVxaW9OTXQ2ekIwUGxjeUg2YW9LeDIraGtCUXdnb3ZEeERFQVdFdFNVVnpBQU9PMkx6dnNMS1hCU25xRmllMmVLVFBmTVhzdzFzNEsxM00wQ1F6TnRxTG1hOWtRbDh3clJnM1RKb1o1UCtCeUdFb3B1Z2VGTmhSaHFFaWJVcmh6dDlwOG5SZllNMzRGajRWSXVYQndERGdkdnpwSTR6bEMwZ0NpMDUrVVJPaDNLdktFd2lhUWJpRWFDRUpwbDArWjNRYktYWmZTaThHMm1DZWFVRldNRVZ5dWFTMEY3R05Ka2dzWVlOejJwWWR6dEpRR0srbVJkQ0JuckEyTitPdDRDMGdEVS9IOXBuMUZEQ3VWTzNvWGdXRVBHb1JMdDRuNExBMWlUUm9vMGxWMVB0a3c4NXZYdFNDbHYrOGM4SWRJT1hEd1RXcURRY3ZLaS91UFJibkVBdDFQZXh6SGhLUUhoQWN1WFQxVUxweUFWK3JKZ0Z1T213UmVTZ0VqbUFwYVcxZHg3R1BKcElzWVlOejRaWWRiZ09HR2JEUmNTZXR5MHNXL3NnWWxuY1hVbVJYY3E5ZERBeFBSdGQvcldKekcxR0gxZ1huVmxlUkt1V09sellaQWtVNnJEdlljVzM5UmdsSjM5aUpDcEJ3NHNnSGE3R3RZZVhHRlJQV0JmWS9MUGdpWW13QXhtS055QWJNNWVkeEJCOHB5dnowaUpBV00yTGJFcDhwM1ZSeUVUTXVMU3JtSUFVYU5YM3F3YmRHZTl2MXovY2Jha3BsSG1MMEdjK2U2TXl0Z0Y5UFVObkNlQVlZcUxtS2g0VkxwbnNGaFhndkQzRi9TRm4vOXFrZW0zeTNzNldWRTVLK0pLZXYrQS9ZSVVnNGNmRDAzUW9VMXNHTnV5VDRBUjdzT0l6Rk4wZ2VxQTRlS2V6M2VoaHZQNTNXYWx0MENPaFpxa2dKR2RBRzRjL04ycU9KcjFySldLUmN4d0tycTIzSkRTMm13a3JhVmNNd3c0WnA0L0FGTXpnTGlHT0ZnZ3h2SHN1dnYzK2YrSXVqVmZLWm9DL2h4R1VxcWhoZmJFSlNCSWdVQmtqa05aOWJLLzRpNzRLd1FFYVFjT0xqRG9FVVFacURWd0k2UXdIUEM4bkluKzVRUlk5dWpEaER1MnlnUE5aQ3lzamtnQWRIVEUwc0JYNmMxU2wrbnhoblJ1WENIYXMwaUNMeDRyRnpJQUtQV0x6dUlsdEpnSmUycXlUeFZ0RVJ0WTI2ZDdSeFlhY3hJNS80Z1hBaUdmRGE0LzNRQU0xY1lia094YXlJM1VLU0xlbkxtWmcrQ0UvWkV4K1lkSVlrZzVjREJVVDRVcmZCL0VvU0t1a0tTUFFaMC9ISW1YVXhJTUw2cTNwNXYxWXIwRHN6bUhVVlJjQXQzdDdJNEk2aDhHMmx0V0dkUURnOWV5QUI3YlZ4cTFDeWxzODU2Q1R5QTg3MHJXSWtlK1hJVjVJeWxNeXNnVi9zaHNISjZSdkZaVnZ4S1RQaFd3Y3NycVFJQzNnM3BsR3o2NnRJOG9tZ25PQlN2U1Qyd2lHWjZGQ2tIRG02L2JLbTJRWnJYRFJ1ZWtHUS9YQWRLTGJhS0tucE84dmxQT3VBRGFkOUNicW9YK2tYN1hDalZDY2FFSk1vSUt0VkJqV0VmUzVMZ0hxSkNreHRzdzVpSVFadjIxd01BYnlqNjFmWm5PVS9sSzdmSTFUL09FVFBNUFcxVFFEVXZhQnA1RDh4cE4vdU1zWjRudEduVjhEVmU3anZWYjNvbCtvcHZJTGx1cytha2RDeGhJWWtoNWNEQmQ0QnZxRHJhMklUM2hTU3IvWG9PdEJvN1VXVE5XcTZXalRBRXE1MHY1dElsT1FocG5aVHd4SjFuUnhoQnBacjJnUXFBeHhnTml1SmlCaGcxZjlsQnZwU0tNZG4wdTlyV3V6Q0RBQVZnY2sxUExzMXdDdzh0bUFOYU10ck1XQnFTRkZBOTFJWHNmYVhvZFpMZi9JQWxLZ2toM1ZWQ0ZXYkIzQklhY2RheHFZQU8yQlNMQjkvSjJiYmwxS0hSTkQ0VmlpSGx3MkZXbEE0VzVrQklZRjczUE5YYlpzL1o1b3REbStGa2xjOUg3eFNYRVRtQTNINk1KR0FFRWUxWm05SHhzUVJKZklCUjZZa0xRbytrTU5UeEs2TzhHM3ZhWXRxelM5VFA1eTlWUFlTeGRxVnFFKytCZ1pEY1ZJUXdDNGNxS0cvUmgwVDFneVhBVFhEdE9zVUxJakJIdGd1eVNwUGIwQndYaG1uZmU0VXViSW1TRU5pMVZUUmxNMnZzZVpzV1E4cUJBeGJyNkRHSnV3V3NLb1QyYnRtNitUZkJYYUJ4SGdwRFIwSmhBdkNyckswTWRpSTNVRDAyNkROaWMrQTVZYldDZUQ2V0lJa09NQ284Z1VIQWthOGt3VW9LZS9GS0dmUU4wTnkyM3BWOWhHS09VUUJIQWRvTEFRSUFYZ3RKN2h0clVJbWNmUmdzWG5QUmRZQUpDOEt3M0lkVHBJRFdTZGFhTkZDa2NEd3hGSlJnVEczWUlnMjU3RG9mTVkwZzVjSUJWUmkvckNIa1plR1BSWlZJazZ6YzBJMzByVVR4cEE0R1Z0T0VkN0IvOVdhMnlRUlU5SGp4dElYSEVjVEhHbGIvOVk5Q1JreTF3Z0c2cnFMS3gzci9qc21PRHJESm5jaEFHNEJiajZ5a2dOMVYyYUc2RVFkT2UwMG42bXpWNnpaZThLRHdUWmtPeTVHcVJ0RnhBZHJYWVh2L0ZGUWR2NnJmSjRGYW5yUkxtNjB6SmFRMWFhQklCM3FURTZURjhnc2RFN1cyclhibDlwanFva1VxYytBQVRhTDlCV2lQeTh1TVZFUldTSzZ3NHh1SzM0R3JTVFlOL0tYOTRkSXVDUlllUC82RURBSHJhT21vOVJ5QXRZb0JqclpSemNXTUlDTFFKTHNxMnBZdVcwTnpMMVpJQ3hncU5NRkJ0WlFHS3lrTTdIWFJMUUJSVzJLQWpacjhmRE5KWnV1dU95OTFRNW1iTW1NS1R6R1JCR0l6MUlYR2RhL1ZLM2M2aTVxU21qUlVwRjB4bWFFVXpJSWRVMWgvZEJRN0NqR2t3R2N6dWtPWUpGck53aExCWjJkYndtT0ZaTTlLK1JwZWJyalpxOTA3dzBVc3dFZGtnMmVzTmxoZGZYWUZ4bXZkMG40UktOQmxhblZIc3BnUld4TjgwdFpZQTV1aTJacnh1Y1JKNHhEUjNnbEJtTTljdlFjcktheENHNkovb0QydnFvN21RSHROaExsbzNWQ3A4amJ0R0FtNUZwSTlQRmtFSmN3cHArQTRJcUR6elppUFdGOGJlcklldWlSZ2JhcWx0cU5WQ3E5WWE1QWoxTnNZVWxDaDhVTEV0TkcyS2ZTZUx6bWJCNEpOSXlSOGl0OFVTWHhQUkJPTGhOU3ZwZlNaM0JENTdPbCs5blhST0d5cW9hT2oxUnphc05mSmhtck92R01sNGlXTWFIcTRneVR0cTJoWHJDR3p5STI2aUFGR2JkK1dZQXVBMnc5WDByYkZVNElQelBHa2JjSGttdWRkWm5Cd2E4NWdnVUlmT0lNSStzK3ZoMStrRWpXZTY2ZHZCMjNVZXFRbURSUXBYenYwaFV3Vy9jSmhHMGs2aE0xMXFKdDM0QUNEVEpwWC9GTkRZcG5wN3dwQ0l5UjhrL2lhS250a0ZpV1IwRE1aS3IvZ2RpVEZyNVp2QTBGM0MzNDZUSC9JaXhkNWhQM2RZYmJLQitub0tvK2JxNGZiaXpPeThGSDNrNzhEdTBUbXdoVmExdVlrMUhvUkEyeVl2VTJCTm96UGVyQzVrMjFDc3I0NDRuRHhpYU9jdzcxZzZRWXJha2VTOFY5dEk0REx1bTlUUldncTBDMGV3ZWhSYUZ1Yk15TVhscG8wVUtSZ0Zwa0wxWjJyQ2RWRy9Zb2dKWlFIZ3NOdU1uWGxlcDhQQmFOR1NHRDFOVmIrcGdrSm10eXphNHQ2Q0ZYd2JiQWxzUmQydEM1OEF5VGVXZU1sa0R2UFV6WWhFMTE3eHB5R3hEZ2pMYjA0cW1KcjJzemc5THpLS2FUSUwyQ0FFYmUzSnlpVzBtQWxCYlB6MmJlTDY4aXVHakNTLzBBd3lXZld0c3N1ckpZM2JNcVJXam9IeG1NMWVXMXR4NWlVY3djMkEyNUdxQkltQVBzMXZ6Zjg2WkVQaSs2L3gyb0I4Wjdmb2FnYVpzbDEzVVlNS2U3Tkl6ajZXb2o1UXIwTCsweEs2eG9oZ2NYRW1HY041MEVTZ0hwRHQxUjZCNytNTzN1RGE1eHFDU1l0b0hLZGgrVTFmenlFd0F3WCtPNGgvTmhyWU5RY3BFVVo0WHVQMnM4WDVZQnFTMWJRbEhzU25hdTJ2Z3NZWUZ2NWJRcUpwYlNoZlhQRFJFUERzbW50cVB4bC8wem13ME54eUFpVmFRWTNIcDJSc3dLT1B3NWxydjBkbk5sOXNIVzRJWmlRQVRjdVJWbXNEVFBnQWF3RkJURjRPUnNpQUNyRlRnRGpma0RBcE1hUTRxYXBta2E4bG9GWWJpRUFFNWVuTDZ1akR5TWtjK3hrbHhQQ05hdUJsMUhvM0ZDR3FuNlB4RWwzZDRQVHpUM054Unlwd0t3dDFucngyOWpsSk9aeVBuQWRaUVJrd3Nvd0x3ZE1IWXJ5WE9IeVZ2cmJJaXAreGovQXR1N2JGdXBDUjRPVkZBWlpvTXIzeE5XSXdoS2tSV21Qc1dzK3Z6MHNEN055Mmk1RlptL1RUaSsvaWpQR3o3ei9LOXJqQm9idG9tWmhUYzlObUNEYk9wRmIrVHNpQXF1RTlqS2lTSEd2N05BVTR3L3hpTWdDKzNFaGZITEc4dWZqRk1nclZoS084UHJQbFJmMjlXeVZZUWdtN0xQd3RKWmdjUDQ1Mk9RNkhTS2l2OXJua2VaVitQRlUwNUtXWUU0UVpRU1dCQTBIcDRHcm9iWVpPazkxdVV6WExQdlF4dGdIV0xaNVczL2JIQUk1OW9nUHMxVG1laUJoUVZUaUFzTnhHaFJvT2RnMHhLem80cG1pS3U5SDBsQzdvd2ZQc2YvTEcrT2FGRnZsa29FMVBUZkIweDdLSlBqdDZRVVZsbW1Za1BLS0ljWC84UmVmaitxQ1BhTU5IbXcrRFd2d0ZtUWV5QXdqSkZudjlUSWxXOGxOeFNKbEdVOWhSVk53YTNKNXJvdk1LeWV3anUyR2RJMUQva0RYdnBNeHA3c3FVbU9Nd0pMZzFYWWsxUjI4WHpEZ21tUU9hL0t4RDdERDdXMks4S1hVS0F2TkEwd2RPWkF3cXVzNmNWbkJDNk9oUmxubndMMWpoUWxpQXo1RTBmOUFtMk03QkpVL2N4Q3Y2bWVwaEd2U2JiOWdXK3ZBZ1pZTG9JQzVyaXdZc05MMStYWVVLUitPVGJISnR3eGQ1eHJHTE5kV1NCNVJaNlkxLzEvaFR1a21mUTdEK0VyT2J1MzBkbmdHOTMzK2MwaXh5bVYxSG50TFFBTjlHVnJTR0NPOE5sZS96Y3B6cWY1VHNKZjFISXkyVW9paW1yRVBzR1h1OW9YNFVxcnRLTU1GeU1hMmlNQ2F1V1ZTRzJLTy9MeVpLeVlEQW11T0xiMEFZN3RRUDk3QUZDSU1GWXRoRERMT25BQ1RmUC9NaGFGZ0cvb2ZzRFRRNjBZTFRWS1lMRGRWUzlZTmlpUGx3VEhMLzMzVlYzTDR2MWlQc0dleTczOWExV0tGcE5ZNy9SVkkvTmsrK3o2VnAyNkRjR3hjQWhSN0ZGYTc3allrckQ3RzJKK2hEQjJjNHgxZDlJUUU3TVVOVFFDS05jWklqN0g4ME5KQWFKTzlKbHQ5Q0RvRmVueC9OdCsxbWVNZllGdjNiUXpCTE52Mm00ZmxaVU9rVFdObC9DajdIM2Rnck5sendhVGkreUt3cE5qcmZmQ3Z6OWlIYlZ5SDV0SEtyTlBPZFQvUC9xOW9HRFJwb0VoQkw2cnRuRG95bXdDVVhjVnJGK2E2dk9KSStYQjhpY0U1T0plTldvL2RZMnF4UXBMTk50anhLM0xHUHFHcTFiYzlxOGgxVXZIOVYwSGV2L0huWDN0VDNjcklMMkhxS2E3K1pud2hjZTJqR0NQempWZTMxM0ZGL0Z6L1JLTHhLRHZPdGRCemtyRVBzTlB1Yll1MEl5c3B1QjAzQkVQbTNTTVJlek03dmgvTThXR0Uxd1VzVFpEL1A5VmYrMk1Sc2lXME1rZXlSMC9hOUN5QmtXc0FUUm9vVWxncG54Y1ZnWVcxYTJ0ODZOVTYvQ2ljYTh1ckFDa2ZqcysvN3ZqM3hOS3k4S0dUeitoYWtKQmtxNzk4UDd2dmt4czZTOTk3U0pIcnRPTDcrMEhNK0hXc3VWNjVoWWszdWI4ejVTdmVEbG9ISUQvT3lKb3JKTm5LaC9KdmxlUDdXNDF2azFORnRqVDJBY1lkdUgzaHVjaEthZ3pWcm92Z2I3Mk92ZkluNDZ6bVB2aFJzblprUmtZSkV4TkJ1enZ6SUxFWUptdUZpdFI0V0l1ZTZPTnlNbHlFVkFvY1dFakNtbmtLU0xBUXJYaHVtTHJ5eTkrWjMvdjMzN0lNbm8rNDhGRTRiRXB4OWJpR3JTdE9OR1cwb2lnUy8ya2Z4Tk9EMUhFUGNOREFiVXI0NkhiUXNMRXNzVXNTVURrSkxUMHdUcW9mMlhNOVFEOTc1RGg4LytiYXlJWGNBb3UvNzhaNVRMc0N6aUZDU0FZcFJVaWx3RkV0SlBOMkZ5M2Fla0hpc2dibENMdlVLMktCYW1zdG84dk91WWF5VG5idmcrdHV2REEyN2dFdWJPajJaOEFLSnBpWU43czRsVHkxalZkYlJscjNMZUl5NG96cjhhSUFBQ0FBU1VSQlZJUzhzei8vVzFxNTdzeWVubTJGMUVWSTZSb0tDMEpHdFpCTUs3T3ZySlpJM3BMVzE0MXJLRmVLam5jUUk3UVZJaW9JYnU0V1pQako0eDVndi80WFUxd0pTVHQ5a0phMXIxdldqZFV4KyszbjNmOHQ0blZOU2p4SUFMYTNvOVFGU0tYQVVTMGtSNlA0N1pZOS9SbW9SVWRydElVV0Q2dnMrd2FZcmNpRXV2c21XQm9ZOXdDWE5uYTdNeHZTRnU0NktKY3lsUVNQOXorL1N5dE15WVNkdVkwVXVsRnAxTDlFV3hRN1V1V0ZDNUJLZ2FOYVNPei9mQzlud3N1ZFZnWkExL0ZvV2dLcm8wRGpoMkxqVlFmUlBFeUtwb3g3Z0tPTnZGZ1M5OWdRV0ZrWlplSHZWcSs2Y0NpUjZnQW1BUUg3djNqN01hbE1FdEc4UEJvZEpDemtSVWdsd0ZFcEpMVXo3a3BNeVUyNTk3a2VUUzVFSm53QWNiSGFYRmd4ejE5V3dEZm1BYTVvN1Rabkg0bXR4Mm45TDFaVHVFbkJwNVVnU0NsdEtack9lZmQvaTlwYWxUdlZkZlRXVWhGcEVWSUpjRlFLeVZ6MTlJMnlCVUx5M0orL0cvNWpQTjdjdmlKWHZQQTdhZ21pdUtnZU5ZaTJoaFBIUE1DNDZoZGZlRW5ZcitMZjJLUXlsekNpdFpTTmxOVDJ4TTdTZWZkL2l4cnJQUXM1OG4vekZKR285Q0trRXVDb0ZKSjIwbzVoeU9DME9DMkJuMjJVcHo3RkNYazdLSlVIcTJmMnd6ZTlJZ1hSTVE5d1FTc3ZsdVJWdmdndGpxSkk0QjFnNTh3OTFwTTVaMm1MVVl5VUJ2dS82cCtKajFRc2hmaUl6NlJ1Z2lLQkxhb0NwS3JocUJTU1ZqQ2ZVM2pucCtyeTBnK1lpVkpOYVVMQ0V3YTdYaTNUbGJJb25uYnhTc1dpWXg3Z1dCTXZwclM5VzFtdEVUN3NXOFppcC9JNFVab21aWFdNbEFmN3Y4UEVBaiszbTBpb3lQZy9wSDRyZnYyMXVIZ1JVdFZ3VkFtSk12cUtteTdLNFcrQThPdDVUTkNRRGhhY2Z2cCs0VUxWY2VLcTh5SVlydFFMajNtQXZkcGZkTkVyN0dYMVlNa3A1M0xSUFoyUEVEZFMvYjlJMlRCcGxQM2YxbUZZdmpTbGVmeDQ0cVpBRVZMVmNGUUp5VXpDdmtHMEUrSzVYUkNTTFp5ci9vc0tmUG5CU2VZazNZcVhWc1FiamJpdW92QjRCN2lvbFJkUCt0ZnI5LzNpaU56VXVTRmZjbDBKUGd0UlFseWROY0wrYjYxU3lmbk5yWDd3K0x2QjRrcTVpcENxZ3FQeU1MR1p1b0Q3WE1MNURyOWNiL3U5TDVWa24xVjNWR2hhZUtBb3dRdDJmZDNqNWV2b21BZFlWM3RIM1k4cTlxN2FJMC9WTW5oZ3VVemUvNTF6clBPeVdzZVlWd1ZIbFpDb1Q5aWZoYU9tRUpKQVl4UlZ0ZW9hWmo3WmxWUmhIZThBKzJ6Y0dmSFpDais2bHp5cFUvRG9zRXAvMDFSek5OYVdUYlhsZ1NvNHFvUmthVVJ6RjNFRHJ3RXg5dTBvb1NLNFdicEYwWEY4bTVLcXhqdkFKUTFOY3RaZXFjK3hXS0hVUitzNVBNVmUycHBUVy9ETklDZjNvaUxsY0ZRK3U5V3RzRjdMMlA1OC9lUi9LOHYzOHVaTHZaOGZHSHJrQmRIeERuQkJJeE9mUEZlNnRzTTIwQml2VWZaL0Y0TU5uVEV5VWx4Vk9SeFZRc0kzMkM3dGFsVnUzeWV3TXQ0QlRtaHdNa2xhNFV0K3BpT3pwUkpreUZJRDhDcmZNSlYyNzJLZThLcHN2Z3dPS0Z5K3U3VTVqbmxieWFJaW1IUE9IVk5MdVhSakhtQzM4anNvTmg5dUw1cmVEYzVoUFpoS1RBQ09BbEl0WmY1ZEJGUHVVZ05sY0FBajdqL3g5VGhiR2F0eDZsVWVSdmZjcmJDUW9EcGx2QU5jM2Q3RVVtd1d6dHphMmQzUUdCb3RscTRkd3M5MngycThpTFJpT0VScndRTzVpSWYyNWU0MXpGYnNUQ0xPQ29Kakh1Q0NWdTZFNU5XUEZmV2lGdnQrUnhGeFpUb29oeExMemkwK2l0SnhTNTQ3Vmd5SHFQckJqZUlXM2pVc3pydUluSytmdDczeER2QkZkUEZ1cTNPRS9kK1YrdmxmOGIzYjRLWCszZ0VJakxML0M0YlplQzI5T3dBLzZzSmRnTUFqNmMvL3ZwR2ZxeVUrWUhJWElFZGR2R3NRU04vL0ZUSXkxZ09hdXdaazZ1aEVJd0N1K0ROSkhhZzl4dlZJeWljcWtxb2pJa0pnWWhBQU55UHA0YjIzOVlTTVZEN0NQekVkSjBZSmdVUUVFdmQvdi94QktTSVg5U0o4SXJkRVJnamNCZ1E2MWMvLzFqNzNyeHRhUkJJK25uVWJPa0ZORWdJWGlNQnF6bzcvb3VqNjNLLzk0RC8raGYvNE9pc2dFTG9kTDVOY1lQK3Bha0tnRWdIWS94M3R1dHdIUENyNUp3SkM0TUlSYUl3bUl1N1hweTZjTzJxQUVMajlDTUQrNzRqWDRlMW5tamdnQkM0VEFmNll5V2pYL21XeVIyMFJBcmNkQWZqWFVpTmVGZC9MdWUwOUlnWUlnVEVqMEI1UlJFWjRwbjdNbkZKMWhNQnRRdURKa1lVRS83ZW4yOFEwTlVzSUVBS0VBQ0ZBQ0JBQ2hBQWhRQWdRQW9RQUlVQUlFQUtFQUNGQUNCQUNoQUFoUUFnUUFvUUFJVUFJRUFLRUFDRkFDQkFDaEFBaFFBZ1FBb1FBSVVBSUVBS0VBQ0ZBQ0JBQ2hBQWhRQWdRQW9RQUlVQUlFQUtFQUNGQUNCQUNoQUFoUUFnUUFvUUFJVUFJRUFLRUFDRkFDQkFDaEFBaFFBZ1FBb1FBSVVBSUVBS0VBQ0ZBQ0JBQ2hBQWhRQWdRQW9RQUlVQUlFQUtFQUNGQUNCQUNoQUFoUUFnUUFvUUFJVUFJRUFLRUFDRkFDRndzQWwvNStNbWZYR3dMVkRzaE1Oa0lmSUdkUHNFT1YzNTNZN0s3UWR3VEFoZUd3Qng3ZHBqOTFhMDJ1M2xoVFZERmhNQkVJMUJyc0Ezb1FLTk9RakxSNDBqTVh5QUNqN0JuZU8xSGpLMWZZQ3RVTlNFd3dRalUyVGJuZnBteDYveE9GeUZBQ0hnSUxMTVRrWEtGQ2F2THk2VW9JVUFJWkUzMnZFQmhuckVod1VFSUVBSWhBalh0aWl5ejR6Q1hVZ2dCUWlDYjAxYldGSHVPNENBRUNJRUlBbTNHWk9vUmV5cVNUVW1FQUNIUVpMY2tDRTMyQXFGQkNCQUNFUVI2V29IMDJkVklOaVVSQW9RQTB3b2taNGVFQmlGQUNJUUlyREQxTU1vcVkxdGhOcVVRQW9UQWd0NEJoclBFSWNGQkNCQUNJUUlnRzlzaWRaR09TVUowS0lVUUFBUkFTS1NWTmMxM3VlYXVFU2lFQUNIZ0lUQ3J6eExiN09rc203cnBaVk9VRUNBRXdISGZGeWlJUjdnRzY0UUlJVUFJK0Fob1RaTHpYYTY5WFQrYjRvUUFJZEJsdXh5RUpjYlBFaHM3QkFnaFFBajRDQnl4QTU3VVoreGF0a0tQT1Byd1VKd1F5TEo1OGZMdWwwNDdvRW1XeEh1OGhBb2hRQWk0Q1BTUGIyVHZZSWZMSUN3dG9WVGNiSW9SQW9UQVBEdDVndjJ0TE91eTN6MGxsNFRtQXlFUVErQWRyenY1TktRdmZPcGtPNVpOYVlRQUlVQUlFQUtFQUNGQUNCQUNoQUFoUUF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RQWdRQW9RQUlVQUlFQUtFQUNGQUNCQUNoQUFoUUFnUUFvUUFJVUFJRUFLRUFDRkFDQkFDaE1DZGlzQ1RiTlRyK1RzVkN1b1hJUkJIb0RPcWpMRG40aFZSS2lGd3B5S3dPYktRc0owN0ZRdnFGeUVRUldBd3VwRHNSaXVpUkVMZ1RrVmdUZ3BKb1EzMTl2Lyt0Ui84aFkvV3NTaGR2Vk94b0g0UkFuRUVHbkwrYjhWemRlcTczL1E3Ums3K1dpZlNuUkM0T3hCNFdFNytGeXA3KzdNZlZHSnlXa2xLQklUQUhZWEFySno2SndtZGVvZXl1bTRrMEJJSklYQUhJZENWVW5JOW9Vc3JEd25hd3dSU0lpRUU3aUFFcHFXUXBIa2FqM0hpdjdtRGVrOWRJUVFTRUZpVlFzS0dDYlJaMWdMcWJ5UlJFaEVoY09jZzBKUlNzcDdVb3hwWVo4ZEpsRVJFQ053NUNDeExJVW5VRHdzNVl4dDNUdWVwSjRSQUVnSnEwMm8vaVRoN0syTnBTaWV0T3FJaUJDWUJnWUZVSmQrY3lHdWYwWVBBaVZBUjJSMkR3THdVa2x1SkhacWpCNEVUa1NLeU93aUJucFNTM2NRdTllbEI0RVNraU96T1FVQTltcEpxUlMyeDdYUDMvWTJsSHREY3R4UTNzUHFTNHJ3WGY4N3NhMHA1Zk9oNmNmYVRXOFY1RjVGVFBrUUpMVTcyU1BrZFhKQ2E1SGpIenlpSTE2OFdaQ1FuTHg0UHkyalhXRWx1L2FBazg4V2UxWDE1S1lmc1puSDJkS285WEZ6RktEa1ZRNVJTMVVTUFZOQkJma1FJMTJHUUVVODRlaXFlbnA3YUw5ZGE3VEtEN3BIVFZHRk81K2V5S0pmWmpiS21hbVZQTTlUcXJ5OHJPKzY4aWlGS2FXNlNSeXJzMzR3VWt0UzVQNWZ5T0dUWWlrMVpZdnMyRWdrZGxaMy9yK2F2aWhTWmpLVGVNNlY4cnJLeXA3R2ZQTG5FMWFGcWlFcjdvVEluZWFUQy9vMzJhRXFXNWFYcllWaS9uOUtvRU1kU0lja0dZNXNzcTUvN2h6LzF4UDJIUG5zWEZwOWhXNlYxbHd2SkNqdjc2dkRsZjNrL3UrK1RQMVRhdXBOWk5VUU9jVkZrZkNOVjFNSmxwbTlLVlhJdHNjMjl3MFRDT05seWxlZGZMaVN6em1ubWxHUzk0TGY4RVpxT0tIVyt6c1M3R0UvdFZ6eldVQzRrMmVaWlgrVlorYWNLbnUrTzh4V21WZzVSV0NTUzRvNVVoR0Npa2hZbGlNOG1NcjFRYmkxVjFkS3Fja0hMaFNScjRiZU4xVlBNYWhiNHQvSnAxUkhraDFYOGppdC9qaDJVVjFVaEpIUEpYcVBiekpVNk8vNC9QdkNlWC9zVVl5OTFjd3BqbFVOVVdOTEpjRWJLeVpuRWlIbzBaZU15ZUY4b2MwOEZBeFZDTXMxMkxaL3FyVEZmT2xTOC9BMkFyM3lrQVhTSHRyS0xEWFhLOWlONDB4VkNrdFdmUGd1RDh6bDdia01VZkNOajM1UlVRL1VRSlZXVE9TT1ZWdVJGVEhVa0oxV1ozemcyN2grdXNNeXpyRUpJVnAwSFk1UjhLNm53YnRjcXVLNzFMMDlJYW5tRksxWXBKRWZsbTJQeHZsNEJHUm1xckQyRzE1YzRQVSt0SHFMaXNqakhIU21jTTRuaEszSnlsVnNuWStwWW83S1ZDaUhKOXZEMld0T1RDeWU2VWNWeisvS0VaTWJ4cFdLTVZXbVNlWFl0VnF3MGJiWEJUc3crQzV5SVlWTzFzR0QxRUJVV2RUT2NrWEt6SmpBR0t5cS90aStlOVN1bCs1eWkvU29obWNKOGxqa2xXSmppUFFPLy96Q2VNL2JVWnRuR3RtaXRTa2l5dk1MemovQU15bVBiSm5kWWxWL0VhUk9HeUZaWkduSkdxcFJ5RWpMVm95bmwrL2hqNlVpYlhhK3FwMHBJcm1CN2l5dkJBanVtVmU2U2NEWkF4QTZyMkJsUGZvMVY3b3RVQ2tselpIdHJpVEU4cHZBd2E0SmZrekJFaVpnNEk1Vlk1c1ZMdHNMMUNMeDF1SFBoTENZOEgxa2xKRmtkVzJ6MW9wY2xhd25XQ1p5akhsNTRsMFVEeTVYN0ZaVStDWWowK21qTXJ0Ylp5UkFYYWJDS2cxeE9uREJFdU02eXNETlNaWVFUa1FkcW1WOFZtNVRuNzhwSzlZSmE1YmhuMlNaK083SUpiRy9GR0p2RFZERUNTTHM4SVJsVWE5QktUVExMcW5XajA5RUI4MDRnanhpNzZsQkVJaWxERkNrV1RYSkdLa294U1lucTBaUUVaWHkrWGkxVkw2alZRaktOUjVvZkowWUh2bDN0a2x5aWtQU3FOb0NydDRDenJGNStPdW9QRFRqcTN1TUpZSDVWRG5IS0VQa3RGY1dka1NvaW1wajBXZzV6RGE0YkY4eHh3b0phTFNUemVLUUxuWklFbCtUeWhDUmxlYTdVSk5sZTJoYXVIc01PWXkvWFlYa0hzYW1VczVRaGNtc3RqamtqVlV3MktUa0FLTCt1WFRDL3ZRUXhyUFJKYXM1STUvR0JUM0ZKTGs5SWx2Qm1Rd0hHMVVMU2p1dk1ndnE0bzdudjVVSFNycGZrUjFPR3lDOVRGSGRIcW9ocVl0TFZveWxKKytobjcxU05KZGhBbFVJQ3J1V0c1YUVKQTc5bG96bzBGMHZVbWZwK2FUNUpPMkg1cVJhUzVaR2NraWNqdGxXdndEYlZnR1JaMGhCWjhvcVFNMUlWdEJPUTNZQzVCbGRrdW8yUitmbVViOXRWQzBrSGIvTVVPQ1VwTHNubGFaSTlmRnhSQUdpMWtDd3d2SzlYVUkxTzVoYjBnWTdvTzJ6UXZLREQ4WHZTRU1XTFJsS2RrWXJrVDFnU2JIendxd0xDYzNacU9xWCthaUZadzlVVU9DV3RndE1UcHdlWHBrbnFsVWVKS1k1N3hoS3EwUjBFSnozY0xPZ1VuaXJwWWtsRHBJa3I3ODVJVlZLLzZBblVveWtKNXRBNXVqTEFLcUNvbm1vaFdYSVVVaDV6U3BKY2trdlRKQ3NwS3FCYWsyUzlCSVdrWVFXbEVhNFRzQlRlMGdUeGU5SVF4WXRHVXQyUmloQk1XRklmVmg2NHJsOGsyOTJVUWE0V2tpdU9hOU1FcmdNck1ja2x1VFFoV1hTa3VnRGhCQ0ZwSnJnMnFuYnV0cThITGJWakM0cERsVFJFVG9teWlEdFNaWlNUa2FlZWdocnh2R3Ewdm9YYkxaSHkxVUlDNzFMZXNBVzVVM0xOUm1Wb3FuS3JrOU5kbHJtMTVqd2Q0dk9xNGdsQ2NwU3dTYVpxNHlkZiswRkxhNUFhSkRvSnNWSU93VWdSZDZSR0t2cWlKTDZFUjFOZ216Nmg2OVZDa3RYeFJtYlVLZGtMVFkxSTA1Y2xKSjJ5RDZGb3ZoS0VaQnFmRU9seThUdFlXeEV2bnd2SlRyeUFURTBib3JJYTNEeG5wTnlzaVl3QnJQd0tkZlRZZWpNWEc3ZWc5Z1FoNlR2N05qbWNMUHUxNUZmOWxGaDhGQ0ZaK0lsWGZpeFdSMHBhS3dYVkJDRlpydklvRERNMUdFbjhiS1BLNEVKeXd4QkZBbWxERkNsWWtPU09WQUhSQkNYejdSQzRSbjhlTzdtUE03SEtIN3ovOUUrY0dud2hxZjJUajdQN2Z0b2hhVG9yTTVmdUxTYy9tL2NUM0d3ZDg0VGtiVS9VNy90OWJ3Nzk1Y2Z6a3ovYWdRZkk2MkRPZTNtNm1zcDdJK0tMelQ2ZXYyRWZsd3lFNUcxL1dqLytMcWRKVUpxNFJFbVluM3V0aC9sY1NKeEdmWkxvRUlXTStNVjRQQmhJbnVpT0ZFK1o3RXMvbWxJS1lxU0xxeitSQS9Ub09pbXFZUzA4REtzOXhvN3I3QSt5N0owN3VtcFBTRlo2akwyQ01lZmpod1BITm84NEpXa3VpZWVUL0Nob0pKQ0VmNjRaNGZjdmlINDl0MU5yUEx2L2lEZnR2dkk2MUdrZWRIakV0VEI4K2lrejNwR3plOW10bmF6Mkc1clFGeEpvK2dRZTQ4Vmdna2w4UTVPWDM5dkF6bFpJd3BNM3dtU2JFaGtpam9IUGlDMmdRNUdCNUZudVNHbmlDYjUzQUVHNFVqOHdyM3JLMzRIMXJxc0ZJSFNjdVMySTl0aXp3K3g5Snp1TDFqandoS1RGUHJHVHJmNklzeGF2T2J1Yi9KdmYzbjVEbWt2aUNzbjcyT21QWmJYM093OXV3TDl2K2N6T3UvdnM2ZmMrdXdPcjR0L2dqcjNMNjNYeHhoRVkrdjdjQnA0L2xpM1VYNVYxemNydUNja2N1d1VmQWZyTHVxUFpvek1mTTZYRFhXQk9oOUY5QU1uN0tCNEVJME1VWlNRb0dCbElUdU9PVkZCcThoTG01S2hYYktUNy9YcFNsc0svTjMwYUZXODVWaEpQZkZTK1hkcGJiMXByMnhXU3Q3SnZGNlgzOE9PcjArdzVWYVc0NVlGVGt1YVNPRUt5ckY1MGZSZDY0UlZleVBqYjBBTGYwOWpnL3cwUEg3V3VRcXYraFpsQ1lRQVd4WGl3MWhQZFdqb0ZBK3BBNWJsQ1Vtdkk5MjduOFI0RjdGZ2NLdXJ5RzNkSlltOTViVUs2TDY5T1RlRVF4Umx4Q2tFa05wQ2N4aHNwdjlnRXhodHkwSGRIWVIxV3llRGFMcWlnNTIvVnduL09XdWUwMDAvVmk0U2tvYjVyZWdYdnlpdzdqempDMDdHZUVaSG9rbUFocVRYMC9HdGFwZll3T3g1eS9qcGl4MkhnbUZ1ZG9Oc3hqNHVYenBhQ2pZWDNxaTJNK284VUNja01lNzBvbXpXeCt1b25QdUlJc2hkcWJhaXZCZWxEV1cvOE54Z2l3Q2pHaUZjNk9wQ2N4aHNwcjlna1JvL2t1RDgvQ3U4RHNESmU4Y0Izc2dmZ2Foenozd2MrWFZRK042dW1vcENUTDh1NHBCbE40V2lTWldQOU5YWnR0ZUNXMmtpV0JVNUpva3VDaGVTTFJqbkJaNHEyVk8xMVpkYUIxWFVJQ3VWZm9FYTVkcm4zbFEvVVQzbVAyWDM4OXcwYktCOEhwK3dLSUpPaHYySnhBT216MXAyclNmcjZOZEVaQXd5VTdRYTZHTGRqdzdBakVSV25QcVJicWtnb0dLSXN6b2hYTkRxUW5NWWJLYS9ZYll1Kyt6ZUxyZzlVOGFTK1loWHNwNWFVQTIvLzk0YXc5eVAyNUdjcURpZjg4M3lZYU9yYm5YVzBZZWtJU1VkYkd3OWhBUU9MSGhvMVYrQ1VKTG9rV0VqcVZzdTF0Q3FCZXErS1JvQlJmei8xWVhickxaRFhGSk85b2FYS3NPUUUxbnpUWjZEZmh1SW51UHVLMWhHU0JiMW96T1hZL04xekxENm5FU2ZDbDd2clRvcU1BTTdscDZ4QnNRSkczTHJqQThscHZKRnlpOTIybU42akFwU0NhN2VLcTY0c2NsaEZaL05uNUpiT2tuQXYxOHAxRUJ5Lzd0cVNFQnFZR2JMSDdCTHBDRWxEV1Ztd1B5Mm1veXdQMHF5bmxraklQYWNrMFNWQlFnSzZZaWpyNW5hMFdzWGJac3JrZ2NIVWtOdE92VzFlcXR6T2g5ZklzRFlRUG82U09TN2V1bGxIU0diMEprSFBPVnZhRElSVmwzYnZnS2VMa016bXJncVdPYmNReElJaEFvaVV1ZWN5NHBZY21OYndRSElhZjZUY2NyY3JGdk1SQUJweEhWUXhwUjVOcVZBSXVKWTlpZm1hR1BUQlRad0Y0ZG5IVC83UUpnRnJXellHb2JveGNRWklCckNRck9qSjJSRUdqeTROSzVkVEU1OFRHenFUZnhSbjEwWlU2TUg2YS9lRFJIdE9nallPb0xnU3lLWnBwbzlrU05ReXJ4U2JtSW9yWnFMckZ0eldPczVtSFA1SUMzVEVuSXM3UWpKUWlnMHd3M3NVQTY4bTNaNS83d0VnZmhyRXVhbFFPcmpCRU1GQ2RrMVU1REhpVmg0ZlNFN2pqNVJiN3JiRlBnVkF4QzlueXozS0h5d2s0aHBHY3lPSnEycXVkSVI0TksrNkpBdjFrNCt6UTVNR2s4K1pwMkN2ZnJQS2JETzd4WXVGWkZFdmZDMHpYM2tKNEhOYmxSUTN6eW1KdUNUdlk2K3Q0OWttU3hzaGdTVVdiU0xyU00rSUhqUy9peHZNanVUaXNDQ200aFhmaFBGYVExc0JvcEt1VmxYd2lwUDE5aDBoNlNwZ1lXTU16K29qUys2dzQwZGdGR05HTTkrL2ZNR254WEYvaUxnWGRDQUlQRVp3SWU1NHhBYVMwL2dqNVpTYjBFZ1RVSVRyV2lyN1Myb291dXU4UkYvaWFRcTNqamV5bHB4TlBBMXd2bUh5SU5DeFV4MkMrem9MQzhtMFhtZzMzVUYzOUlxd2ZQRWtiN3JXaldqNm02QjVqejMwZ0NPd2RsTzN6eitxSTd0Vk4xenRlUTFtdld1Q2ZGSG9nV1hiUjVFNkJ4L2R4YTIxM0owbVdKVDE0UWNFbGVIbHZVOVNWOG9NMW43WmtxZ1lqaDFDU1pjNXppK3MzNzRiSlBLTC9IbFQyQjhpcnUzWFJhN0hpQ25CQXdVREtXaDg0SnlDa3hrQjA1eGZzUzMyYUljNmFsM0t0M2wyWGZ6eWtMaVd1VnVPL2lzSExEaERsU1Z1dVkzRFNtMXlzSkNzYVpLNWV6NXNDQ0NnRFNLZEJsV2hsVE4wU2ZyOHN5RU52Q2FMa2thVHRKMEtRU1MyZUQ0Z2NVTzIwSFR5K1hiY1VHUk1pZGsrcmVlOEpNNzgxcnJ1OGcxNlQ4SEcxNDJicXBENzNTMUQ4dEMzQU9mbVd0T0xoa21KQnZnT2NOQlpvSVJ1UnYxNVU0ay9SQndEeGF2TGlDbkJBN2tlSmJISDdHUUZJK1htVG1Tc0J2M2wxMzRpOS8wTlFiZ2lDN2lPZ3B3cnMycURDT2hBQXZHQWc5TnFWdUFHR254UFNOWmpySGh6MWowcENWMFNJYTdacG04VmdRUXJhN0RwVEo2QnFoNkF1Q0ZiaDN5SGoyVmxuQTJFSGxoekoyVFFXbDg3djdJeWtNRUQxU2xnd05Ucm1GdklWOEg5andySmo1N3VZaG9JdzF4M2xaZktoMjVnMzgwckJWRnZpQ0NsZ0JGY3RHZ2dCUTNxSUM0ejBlRUJ3QWlYTmpHcit2SWVTVEFuOU1DQ093RExZcHhxZGtuelJnQVdWT01IV0FQRS9hbzgwQnovWW9RSnhxNDVxWTVURXJva2ZUSFoyNTRRSTNPcjU3ZzhiU1puZGQyc0ZqQ3ZEM0dEdGFHTXRXN3llOGYwUTZRR3JYbENrdHVadW1ZdFRsZVRBTTFMZDJRYitIY05LMHlWQWJDYXhVWWw4V2RWQldlNExJUWJWVHZBM2hCQmtRSkdjTVZGQXlsby9KSENCU2MxelBjazRUSmJMbW45bUJMMDg2NENhckpkWGpvM2RjSFE0WEZ2Mm9IRXBybnozUzFZYVJuN3J2MkFpOXpxSjVISDJUWXp0ZW03SkZlWVNKbXlxN2FxMEdnU0tMNWxHNEdwS3lycm1kbmNRcFBaMGtIbjFubHN6L2dWUEJhMjFuTTBDYmVGT0IyL09rWU1QWitrQVVTblB5bUowTzlVNUpoakUwZ1I4NXlhd3lZNFEwVWhDTnNFRWdrM0djVzhJWUtjQnBTSk1JTEtaTTJDZ1JRMC9ramhnaE1iN2dFb2NPMlAxSUdPTU1yZC95NjdxaGE5aHBrUk1IUzQxcm9kU0d5YU8wS2laTlo5WUJ3cUNhRFBrVk1TdUNSSFV1L01CS3VyRmhJUVVxd0ZZV2tVL2pGTXYxM0pjZGNZWHJnSDRKcHM4M2ovZVp3YXR0WndHb1o5ZHJOdXRCQWtqcm0xeHdlQm5icHZDUEJuQ3dLVE1lc0I0UUZtUU93eCswbWNnS1A1Tnk2bEYvT0dDSElMR01IbDZnVURLV2lDa2NJbEp6V3NQakMvTVJML1hiR1VUanQrK1RTVDYydFAyL1Y4ZlVPMThoMllYUldISEx2d1laOUUrMGlubnREV25Xa0h0Y0JzMDlNOGRFbnFVdWJETDhScEllR0xPMnBCVCtNMU0vdmdrWFhFdWdrdXlsSjE1ZHZLOUxBMVYwZ0dhRGx2V0hseHpTMDFET3g3VEZzaUFKeTVDUkNET2VvWm4rSTVuZXNCSWYrSWZybmY3ZzBScjZHQUVWUjU0VUFLbW1Da1VNbUpEZkpGMVQzQVN1aUtuTEp0eDVyU2IrUDE5T1QxUm9BdmEwTlZOOHpHYmRNTUZwS3N3N21CeTdPZ2d2V3BEVFRYWkJYVC9tS3IzN1pic2hhWmFrd0xDV2d5VDBpRVRBQ0xOd1VsN1BZN0ZwVXFEanV5UE9UK0EvWklhNjZRN0prTkkrNFcyNDB4UjVQSVlRQzJkblZiNGg3VEpIMmdPbkNvaEpCc3UwazgxZ0hLWVppTVVnQVFGT1BCQWtZUVZlRkFDcHBncEZESnlRMjJBRW0wcnFkMFJQMmYxUTRHR096ZkRWRzJZY2JaTlhoaFBNeHNodEd6QzdrakpBczVad2V1YlllUlhFdUVUdVhUWERrbFRVK2dZT05UNXN6NG9zYkY5cERYd0hlRGJ1aXFwTFVpWW5WVkF2SVBiYllOeWYrSXUrQ290VWhycmsvU1lNYWhnaGxvaGM4Umt1eTl3QksvckJEeFpxY2lHcTBEVkJZOXdSejB5NkJ1dWVYK1JjWG12anRFb21pY0VWUnI0VUFLbW1Da1VNbkpEWEtBdlkrUlYzVm1TVTdoUFN3a2kzbzRjek8vM2EyVE50SlhJSmkyRFVkSXN2a2MrSUhMVGlaT0dVRFBmVkpsRWRXdjJycEVxS3NrYXNxYmNYWjNDemlMQ29uN3FMeFhMVVI3WWdyUE8wSVNhYzNaM2VLY0hxcXFIRi9NRlpMc01hRGpselAvWTBJQ0s3a3JTZnpaL01DWGh4YTVVcWpZdG5TSFNISVpaVVIxZ04vYVJRTXBhSUtSUWlVbk53aW1oZjh4OHFyT3RPVklkdEZNdHcvMTJTbmhqa0FIblhkaDA5eHgzS0hsMlE4Q1EwWUNGQ3VocnVNS2NJUG56dnByS0hSb2wyZEVqcXV4SmtHVEVSeDNxZVRnbUprL3BneTMxNHNhdkorYUZOMUZMQ1N4MWh3aDRWTjFTMVVFN2ErYk9qMGh5WDY0enZ2dHFzem9PY25uUDRsNEY5VnhvZGR0bVBxNTNqU21yMDExUXU0UXFhd1lJNmhVcDJnZ0JRM3VJU28wNmNHZXQzcFY5NmNscGFPSGhhVFBYaEFGWWVHOHJtcHdqM09iOXJ3TGFOQmE2R29TS1B2T2gyQjAzUlUxc01MNWVpWW4zRFRtZ3JjTUF6L2tkeUR4alEwdEpOeXMzaEEwNG1kTnkrVFVjNHo5VFBiT0htYlBrc0Y1K1UwZVc4SkNFbXZOT1hIbm13UTNWQ1hBOUxZS2VsdkFQTFgyNnpuUU9pcDBqZDB5OUNVQmJuenVCdm1kOEVERnAzR0hTT2RHR05GWmNHOFdEYVNnQ1VjS0ZiMXR3WldpMTBsKzh3TkpQQUhBN2dGeWRTbDFGRkpIamp2TSszVlJFUFkrdGxVTlVQTytyV3hQZThYQ0RrQlRJUkNTTFB2M01PalhiVkcrNFgrSW9qekk1NFdvWkJQSm02QnA2eDJrUVREWHRaRHdpYnNoaU1VUENJbWNpM3ZiOEJFRXVKNGIya3dVVWdjdjAzaGZOZGFhZVVHRmwrVUNxZXZvWUVSOFRRSkVDejNQaTJpejUzVFpzanVvUG9PNnBRUE5WTDRCTEZCRVEyU0xCb3pZTEw1SmZGTkZIUjlMcEVWR0NoVzlYVUc5YVFvd0JkZHVDbE9iTVh4TEMxNVJrOCt1a0dJcWJJbENNQ2Qwc3pCMEc3YWlyaFlqTVRRYVpzaVBDQWtmaUFOYk5QWnNLWXlHRklhNlB4SDJ0TkR2RlRydWZCZFRzaXNhV2ROVE05L0p2dnB4ZGkvL3BGRHNhc3FadU1hZXQ3bXgxamIxbmdJbmc4VTZla3ppYmdHckNnRTlLYTRxbnZnVU1BZmpVQlV4Tjc2TWJKaFlQT0FPRWFMeEdVRlpoUVBKYWNENjNFYTBMNUlnTjNtTExqelBpdGlGK1pLMFdLSHlNOG9rd01zaWJNa1BCUW1ZSHh1S0ZxcEdNN0Z2bFlNeXpkOHYvazl5M3dBQUlBQkpSRUZVNXlJU2tyOVFKYm5KdEs3RGNJZE9vcHBrUmd0NnZjLzloMjFFeUlOMVpmakJ3NzNtVUY2UmFFMlM1YzVZSGltbHRHSzIzN3dxVmJRaE5hUHpFZE5ZYXdNdHByd2NkTVZZZlEwaEx3dC9MT3BEbW1UbGhtb0JlRFlTeFpNNnVDWk5FN2szUEYrR2t3emNqZlQzMXdFd2ZYMnJxc01kSW5nZHBJZ1IxR2JoUUhLYTJFaWhzcmNyK0NuZDhlQmUvVDRKOFB5a094MVRlakdRNmhhV3IxMURQdEQ3dXlBdE1IWEZCUVRiS2dpM3JpVnZTM2xweUJHeFF0SVUzeXJoUldEd0RteFI3a25yU2swcVZNSUZhUnJaZkNJUGlsNlZSSFVsekthSTJRTG16S0Q2TjFXUitlZ0pvaWtPTll0d0cybW9hR3R0Yk9lQkp0RjcxQUFJbDVjWnFZaXNrRnl4bjhFYnVKb2s5YzNFbGpHQjNsLy8xZzNKY2QzUkxvKzYwMFBSdUVNRVQ5aVk3L0Y1ak1ncXhTOWd0NnVpN2tEeXhOaElLZUxKdmRYcTVvV2c1RTZvVDFrQ3dJZW1URmN2bDREYmprNlZzcUJpTUk1YktyZ3B0RTFObWVwR1NFREZtMlhVa2Evb205UEtLUWxjRXBpVTEwVTd3Sjl2aVJsTjBqR1N4RW1CdFVOK1h6VE9BNDhGbC83b0tIWVVvcTA1NzdnRG45cm5neG5FZFZ2N3BxamFDc21lWGFqV3NIenhoMFRrZGtqQWk1ZHdwRStOdmdUZjI1UGZtOEZtSHBoQmRWZElocW9DRFphTUZqT0MybXNWRFNTbmdURWNJdG83SXdqVEptMFliSGRoOHUzeUdKaWY2eWExcmsyYmpsWXBrS1ZmNEJGVU1BRDdpcndyQkduMmxvd2FJVG1DY1ZRVWNEU3RpWGtLRExqT01IZGdnOHRVNEpLQUt0c1FSS0Q1cnhwcUdUQkNBZ0VrUUEwMXNzdmxBNncxeUpHVlpmN2tSOWlhZVhXTXR3clQ1aG5aT3U4R2IzWHpRTVNOa0FDUXhoVjJUTG4wcjZXQVRTZU01cFg4ZTdKVitVWmMwM3gxZzdjR0JnTysvbzdnQUg2Y0lTcGhSTlBEdlhBZ09VMXNwRkRaeVF6MjNkbVkwZ2xZR205d09waWxOelU5bjdINnNpNU9EOC9TZ2ZYemMzRU91S3lzRUNNa1RiMFR5d1hRY1EvQ0QxbEJ3eTFvY0Q5MFNkcVFySzlEelorNkd5RUJBZEkya0pCMjZUVXNJdFhvbGVSUi9jSmhHNGtzaE0xMXFNc3NZZTdCSUpQbWxmZ1UwaldnNmU4S1FpTWtmSytOcC9QckNFTUdwNWNtUTJZWC9mTHB2UU9aRC9PdHZrV3V1YUNINmd0bXZFeXRmdklXcVB3cWROWUJGaHFBTkgzRkdWbjRxUHZ0NWtIUlFQSnFvaU9sNjUvUU95eHoyaFpJN29GK25nZ0VReStSM0JRMWw2MXdEeS9YYTNyTjVhc05GNlFwcGNLTWtIVHR6SjFGYzVpVGFtTU9NOW1HRnRjRGx5VGJOSXhZczBBWE0wSUNrOE5PRnBCNnFWYm10VHJVOU80OVZ4TUtHdDdYT2RIV0FGVStZOVdsTFNIaGxoMUNZajRVT1VaSUFBOWo1Vytha0tESmxla29JbVUvZ04wMjVQZjR6eW8zV29HeFE3aXBhK1o0QzBKN2grQTBHSXRXWkRsREZHZWs1WnErY0VhcmxLYy9rTHpDNkVpSmxpYjNCNkRjSHBYN3BwamlVQXB0MjhBOCsvRGIrZlVldTI3eS9SVzloZ0kxV0FSOG9PQnFTbUhvWEpWUkl5UjlhNy9OdU05VDZPZWpaQUgxQzIyeVp3S1hCTmI3WndVbmJ6K3lLNTR1WjRVRUhuWlYzUERWVzQwNnJNYy9vMG5ETzZ5emh5SjFEUm55MGRaQWVkeXc1ZnQ2SGVJTDlTNnM4VW84alpBQU1tYm1OdlEzNmtSNVdJYzJiRVZsb1VlRTJid2lkeDU2UTc1cVNlMG9DKzI5bk44YjBPVkZ2ajdaeXgraWtCRlFTZTdhVVRpUXZOYm9TTm5tSmpFRW82a2NneEc0Tis0SCtQeTZHTXkrRFJHR3dWRnpINkpyZW5yd0xHanJrTitGMXVIYXByL05ZK2ljcE1WZUxWUDRPcmloZy93K2lEbE8zTVE3YlNEWFFwWm82Q0hkdE96cHVxYU1HQUkzU3BIeDk0ejBlV1FEdnRMNGlsYys4TUIvK2cvL1NCZXhkK04rUU1EME1kNGFra0RPdkpxWG04QXdUTk5sMVpvUmtqbDJzcXVhbWRYTXl6aHdPVlE1RlRlUWJ4akpSYm5uM2RybHRpZzBwYSthcUViOE9oK0k5SVlveWdqSWhKVmhYbUhoUVBMTTZFanhqTW05bmpTVEpyMFBzTEtvaWRtekN5WXNya05SQlVDNmJlcGEwdE5EcERTVUM5TjVxc3VuZ2h3NHlER2FaR0NtN2FxekRITGRZMmFscVZ4WUw3ZzFsV05tZjkvTWZWTUcyTHltSXZaekxLQ1JEbFhpQUNhRXVtNXRxRFJ6NjJnakNoNG5mRjZueGx2cm1ScUJEaFlRUWIzQWZsd3NKVzNWVFNNa0sxWVNqbHp6Q3Jaa2RVTlZkNURBNjltTUhKbTl3eTh4OWc5UWlkVS81Qkh4SmFRMTkreklHYUlvSTdBazZNRlZOUllOSk0rT2o1UXFPSkczcyt6LzhpZE8xMlZ2WWJXNnJ2cTlwa2NUMXVxaFN1TW42M2lNaitRcUNlOUlpY08yT2EzRGpKQXNHVS96czZaaVdWY2ZUenBUZlpzUDM0Nkpxb0JaNW5Pckt6VE5uclVjRm5MMkhUSVpDUk8zNFBSMXZLMUxxWHRQTDZoQTlhek9pN2ZXd2tJTmkvd0dKMjgrRFdzd0xPK3RBMW5ZQ0VuV2U3MU15Vlp5VTdGSVdYWldHVVVVdjRFdDk0MXMrcWJJYkw3YWVuZUllb1pydE00ektNVWZvaGdqTU43V1pSSmxpd2FTWjhaSHltbHl3aUo0U1V4bS9jZ284bzVkbDl2YWJCdm9tY1RyQTZVenRQWE95aE9aL2xNZ1p6QmNBNjAzakpEVTZ1cS80dnk4cndOeWJEdVlHcm1mcVEwbGt3aEdtSnlFTUNQWFRTb1BmUDBqdjhQSCsyVWZrUjhyK3FJYStsL1ZsaUtuQVNreWwveFhDRHhWWEREWDFaWUVkRXVmT2hhMDFuSGtjMU00V012UUI2NWh6SEp0aGVRUmRleGI4LzhWN3BSdVVqTlJjdjhzWTMrd0pEVkpFMnl2WVVoNnhKWElubEdDZ3NBZG9oZ2ozSk55MTZ5aWdlUVZ4a2RLTkRXaFAxMjBUWlBjQlJnQlJidW01eU0zUmRWc2JUbkRpdWNmZHpSZWs2MCtCQk1DTk5qK2JMNnJxakZDQXYvMDRydHZnQjMySUR1Rkc3cGd2dStncUE1eXAwUlpmanBKV016YklnYnIvWlpOaGxBSHlNV2xwUFBOalAzMm4zLzVYekVtbnhMaHREK1hLeEp4YzZjVFRKYWJxajdyeVFGbjJ5TFJiVzNOY1MxbStiK3Yra29PSzhBajdKbnMrNTlXdFZnaHFmVk9md1VTZjdiUHZrL2xxZHNnN0o5TGdHSzFIbU0vSlViaHF6bDdib2h5ZExERndlcTZ2WUxkbHcyZEQ5REhHSUY2ODBOTEE2R0NnWVNjZ3BGeVNrOVc1Q3o3djN5dTZWR0dsWHhmOWJpalowVWRHeHFlOGwxdDhIKy90Z3RGSG1YSHVhN0YraVJaOWdQZ09OOFBVM0JEVmF0dTgxZzlvU3dROG0wVUZVRllHamRFQUQ2RDdlWjFqdTk1eFFNUHZPS2VYS3N3a0E5Ky9aa2hXMlRILzVaSDN2NmVmL2NoeU5EcVF1WkR4YnN5QkErMWFKdWxvRFhQVFBvU1kvS2RSNWpJOTVoYXJKQmtzdzM0ZnhZNVk1OVFEZWpibnFjTWRYcjB2dEFBbm4vNlBiLzJUMkdIZlNncDV2WDRpR2grRFc0TlQwaGMreWpHeUh6ajFlMTFXWi82TFJoSXlDMGFLYWY0UkVVMlBUV2F4dnpjdmJ1S3NOYjdIbDFrazBuc3dTYlJ1VHlyNDRoTXR2S2gvRnQvVEJUNXJjYTMzUkFCK0xHYUpNdSsrbmgrL0wyL3JYUDBmY2xSVHpxVjd6ZUdHZ2EyMTJUTi9xZmRiVEVUK3VvVCtiMmZ0UE1JRkp4VkttK3IreEw0a05sN2U5UjhwNktndFFWUFFELy91dVBmMitITkxuem81RE82ZVNRazJlb3YzOC91KytTR3p0TDNucWNNZFhyOHZ2QXBrQkorbVFWb2NJQW9aNFhSbEd2NVZqbmVFTVVaV1Z0SDlVQXdQcENRVVRSU2J2RUppb0ZxdkRVdWRyVVJEbXN4cm5MS0xMazQxUXRqSWZHeVZMUmRZSFhNYVNNUEZUTkdkdGNWVUVSU0ZIVC9FeTNveWNDV0Mwb1d0WlliSFJzVU1RbFlTRXlpRXdCN1VvaVdrMWdXK1grZXVQLzRsZi9yc0E4dW43alUyYjZNekFnVnExVytvc2lTaHFpTmhVMlhqTjJMUmlwR094RnBEMXUvKzl6OGF1UFpPUm5oZXlkNnVFcGFxQmFTUGRkeHRIVjlkTnVHVmNoWXhiNUxFbEFHQ1h2c0drN3JGdWd2VEZQVVdvc2RZckpvdUZwSTV1MHVXclNHb3NTK01oUlgyUkNSRExqRTFZeXhySEtTaG1od0hkVlRGaXdjcWJKQ0wrYThNenovVzlpZHRuSnF2WGtHUzJGaEVaTlJMU1IxZklCdHlzVUR1c2w1ejZXSVUrTlVLSGtEeDROLzZvWXpWYmlvTlkxSHBJaEpxaGFTYVdYRW1pS0pnWjVTUURPT1Z5VkV4eitCQXFsSkdLTE4zY1NXUnhtcHhDcHZLOW1aOW4rTE9GNlRRdUxQTS9EY040cUttUFJLSVZrdDhOdE5EVTVBRFhwNzVBa0dPNXRPUlo3cDZPU1pTRUZyeTc1Vll3cllRTFdRSEkzaXQ5dUtzNFp5REx0bWN3UXlhMEl0aFZpbURGRjNIOVZlRWd4ckx5R2VoQ3pZR3RvWUc1L3FuNGd0K3NvOFpaZ3JoUVQ5ei9jRWhodHlHZTA2T3dnSjVjQTJkRjAwMlBPdExsYlFXc3BzcVJZUyt6L2ZxeG5CRkhWcE55NDZUdFdja0Z2WVdjR1VFRTRab3R3clV4UWRiYVNLYW5ueHBNUCtMMTVuenNuWXZEdzlHL2hMMzJMQ2VsNHBKRzM4Rm1FbG8zdkNFRjhaU2Z1SVNyMTlXLzZNV1dWamNQbzRCS0t3dGE1cnVzVXFxaFNTbWllMXNVcWlhYmtZMm9XNjQ4cE5DWkVCWGIvaGxra1lvaFh6MktOYk5JaU5ObEpCOFJkZFF1ZE0rNzlGM1ZpVlRtN2QvOHBkeWpoWENrbXJlc0lodm83RXR1bTAvaisvS0tjaTZPL3hKM2sxUmEwbFRKZEtJWmxMV0dHaWZjb1orOHpiLzIvWXd3WlAzVnhOdVlBeGYwc2hZWWpFQ3lxbW9wTEFhQ05WVXRHTEkydWMrNys4UjcxbjRVZitOeHVuZ3dtd1ZRbEpMV1dMekRhNkpOWlA4YytuYkdKS3lHem5LdUtabEwybG90WVNKbmlsa0xUOStaelNDMDRENGlFdTU1bWRYQjY4MWgwYmpGTlhEOUhETnpsZDlUWGlTRlZYZUpzcFlQLzNWZU5rNFlpdldsMWZrZkR2TkJ4V05WTWxKSFBCc0piV3VNckpGOC9TdTRiTHF6NzdPVnRya1g5cjZsVlVLU1F0UnhONHBjdWlEU1VrMXhBUmVGaERIdTBHVm5iMUVIVzNlY25xYThTUnFxN3dObFBBL3U4d2tZV2YyMDBnNVAvQythMlJqNE11VkI4blZnbUp0R2dTZUZBa2U3ZXlXc004VUp4ZURoNUFzeTlWd3Z0OXVXUFNGOVZUMUZxbjhqaXhTa2lVQ1Z2VWNFbDZYd25KRFVRem81eTBUdURvVkE3UnF2TWlHS3JURDQ0NlVuNzVGMWw4bFAzZjFtRUs4ODNqeDRNMWlwZnJ1dnVxa2FxcWhLU1I2amFxdXErd2w5VkgzdHJpWmNGVDMxVjF3TzJ6d1d5eWVTaFUxTnBpNVlGL2xaRE0rTHNncU5YeVlGTUtDUlo1VU9uUGlFTFR6a29na3FxR2FNYXBxS1RwVVVlcXBLb1hROVlJKzcrMXlpVlJkR2oxZzhmZmpmMUUzY3ZweXZXNFFraXV1Ry95Nm5wTDdsK3YzL2VMSmRuRldmQmlzdWtDN1A0ZEZsT2luS0xXNnR4TEs3dXFoS1NadW9BSGpiU2xrR3poaklWN2RrVjBSZDFSWHRVUWRROFFjVWx3OUpFcXFlejJaNEdCbXJ6L08rY2MyNDdNKzJybEZrMkZrTFRUaEhSa3hpSUY0T25XYnd4bE9qemY2TDdDRnlFdlR6cXEycE9yRUJMMUNmdnlSdUs1TUx4d3BhNy84R21hNStQMXlOUXJxY0o2aVNOVnh1KzQ4anFweXlRMGVKUXNUbkh1TmtOdjNpV3NFSkxlT2R0M0d5dVB3WlBpSi85c0NOKzEvemVNL1E5R3FaU1hLY3FkcmRvN3FCQ1NKV3o3RlRWU2tONENHZkhlR1N1Z0ZNbmxROVFwRlNGVTcyV09GR3IyZ29KdzdKcHU1d2RmZnh1UnFma3EwN3BjU0JZcnpiVVIrU2tsWC9sZllIb2R3eC83bzFLNmxNeTlDb3dyaEtSYlphNlY4TER5UWZiMzlrdnl2YXp5SWZxQm9VZGVFTDNja1NwZ1luekpvK3ovTG81MDNCM2pzVlh4SkhDNWtNRHUwYVZlWC82WDkrZnd1UGtJVTZ5SXZia0twNlpjU1BoMjRhVmRWVU9VeE1obGoxUVNVMmNuZ3ZmZ2hxbWw5L3pIR0ZJTEdybzVlWXBsNG42Z1ZFaG1LMmFhWDltTEtkNXlEdk1DenNxRlpMTmlhUW1xTzA5QzFSQ2wxRDNKSXhYcEgzejJKOVhNekpLZThvdTBnWlAyeWwzSWR0bVoyZUFjUmdmbTRYYUU1OHZmSzNUL2lhL0g0TXFsV3BsWnhSQjV6RVdqa3p4U2tRNkJXN2NSU1k0bTdhVThteEV0YVJObnkvZDU1UDk5dHVRNFZEdUg5NHJydVQzaHpmSzF5SHhZSXNKZCt4SzNLNkQ1aWlHS01PZ25UZlpJK2IzaHlxSGNEa0FsUmxFNnFKZ1gvUHJRUzNDaXM1OTJvazZrWnIvUzRLUlBSbVQxWTZWOFByaFJuUDJ1WVhIZVJlU1VEMUZDaTVNOVVrRUhPK243dnl2MU1iN2lHekJDQ1lUQWl4U0JVZlovK1g3NzdvdTBIOFFXSVhCaENNRDN4MU9mLzMwalB6QTQ1NW5haGZXREtpWUVMZ3lCOVAxZklTT1hmRXh4WWQybWlnbUJaQVRBRlplUGcxYVZxRDNHOWNoNW4yQ3Fhb1h5Q1lFWEh3TGdabXlsY1BXMm5wQ1J5Z2UrVStvaUdrSmdraEJJM1AvOThnZWxpTERMUGRPYUpDU0oxenNXZ1U3MS9tL3RjLys2b1VYRSsxN2JIUXNMZFl3UU1BakFPNm5IZjFGMGZlN1hmdkFmLzhKL2ZKMFZFQWlkNzJVUzB5NEZDSUdKUVFEMmYwZTdMdmZwaUluQmtSaTlneEZvakNZaUtSOVd2NFBSb3E3ZGpRakEvdStJMStIZENCUDErVzVHZ0Q5bU10bzFocGVQN21iQXFlOFRod0I4TTJmRXEvSjdRQk9IQVRGTUNKUWkwQjVSUkVaNHByNjBYY29rQkNZR2dTZEhGaEw5UHpnbnBvdkVLQ0ZBQ0JBQ2hBQWhRQWdRQW9RQUlVQUlFQUtFQUNGQUNCQUNoQUFoUUFnUUFvUUFJVUFJRUFLRUFDRkFDQkFDaEFBaFFBZ1FBb1FBSVVBSUVBS0VBQ0ZBQ0JBQ2hBQWhRQWdRQW9RQUlVQUlFQUtFQUNGQUNCQUNoQUFoUUFnUUFvUUFJVUFJRUFLRUFDRkFDQkFDaEFBaFFBZ1FBb1FBSVVBSUVBS0VBQ0ZBQ0JBQ2hBQWhRQWdRQW9RQUlVQUlFQUtFQUNGQUNCQUNoQUFoUUFnUUFvUUFJVUFJRUFLRUFDRkFDQkFDaEFBaE1Db0NYL240eVorTVdvYm9DWUc3Q1lFdnNOTW4yT0hLNzI3Y1RaMm12aElDSXlBd3g1NGRabjkxcTgxdWpsQ0lTQW1CdXdpQldvTnRRSGNiZFJLU3UyalVxYXNqSWZBSWU0YlRIekcyUGxJNUlpWUU3aG9FNm15YjkzV1pzZXY4VGhjaFFBaDRDQ3l6RTVGeWhRbXJ5OHVsS0NGQUNHUk45cnhBWVo2eEljRkJDQkFDSVFJMTdZb3NzK013bDFJSUFVSWdtOU5XMWhSN2p1QWdCQWlCQ0FKdHhtVHFFWHNxa2sxSmhBQWgwR1MzSkFoTjlnS2hRUWdRQWhFRWVscUI5Tm5WU0RZbEVRS0VBTk1LSkdlSGhBWWhRQWlFQ0t3dzlUREtLbU5iWVRhbEVBS0V3SUxlQVlhenhDSEJRUWdRQWlFQ0lCdmJJbldSamtsQ2RDaUZFQUFFUUVpa2xUWE5kN25tcmhFb2hBQWg0Q0V3cTg4UzIrenBMSnU2NldWVGxCQWdCTUJ4M3hjb2lFZTRCdXVFQ0NGQUNQZ0lhRTJTODEydXZWMC9tK0tFQUNIUVpic2NoQ1hHenhJYk93UUlJVUFJK0FnY3NRT2UxR2ZzV3JaQ2p6ajY4RkNjRU1peWVmSHk3cGRPTzZCSmxzUjd2SVFLSVVBSXVBajBqMjlrNzJDSHl5QXNMYUZVM0d5S0VRS0V3RHc3ZVlMOXJTenJzdDg5SlplRTVnTWhFRVBnSGE4NytUU2tMM3pxWkR1V1RXbUVBQ0ZBQ0JBQ2hBQWhRQWdRQW9RQUlVQUlFQUtFQUNGQUNCQUNoQUFoUUF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RQWdRQW9RQUlVQUlFQUtFQUNGQUNOd1ZDTlIrazEvN2QwVmY3NHhPTG9nUnV6UDZNaUc5V0dIOGVtRkN1RFZzenI3R0JHT0JoNjdIVW1YYWsxdkZlUmVSODhienJrQ3JMM0hZT2hJak5uVFNLSEtoQ0V5b2tIUmZYb29LdTFtY1BYMnJPTzhDY2hhUGgrZXR0WDZBYXlBaHdXaGNTbmd5aFdTWjNTaERwOGIrcGppN1ZuOTljZWI0Yy9yUG43dk9SMDUzVUIwa0pBaU15d211bE0ybnkySGhESzMwbmlrdHRGcHFQejU1Z3VkY2FVWG56MXhpKytldVpEVi9sVmZIRVJ0NktSUzlRQVRHSWlTcm4vdUhQL1hFL1ljWHlLWmI5UXpiY2hPOFdMbVFyREIvem5uRmk2T3JiL3A0ZnZ5OXZ6MkNrRFdlS3E0dE9XZmdpelVKU1JWMlYrckNkUXQrRHFzS3h2S05rRXdGOWVHRTQxaFprOVlScEljbWZ0R0IvamZLV3lnWGttenp0THg0WWU1L1ZjaWY3aGFTZUJuTGJOdExPVXQwbHEyN3hVaElYRHpDMkF5ZXZTaGNZb2VIbGVnVUl5VFRxS1l3V0Q2dE9xTEFvYTd6b3U5ejdLQzhpUW9obVdOblkvVkhHSHZaTC8yM3J6MllzK1BkY2daTWJtczh1d1N0NTB5TklrQkM0dUlSeG1aZkIzUHkrSjU3N3NuNURYNzRkYzg5cFhaNFdJdEtNVUl5SytzcCtQM3J3Z3A0eGxjKzBvQnloNlUwWTh6c3NBcDdwMEpJc3ZyVForSG1NY1krTGNyTjF0bnhSbElOQzJQeStLYlpydE1lQ1lrRFJ6enlCWFlOTXBiWUg4QnY3V3YvSm1kZ3BQZk9kTmhoaENRck1PS2sxUERteXE1YS8vS0VwSlpYMmZsVlFuSlV2amtXNytpYkdmc3psVFBQV0pxWVBWemhQTVZiQ2xOWG1idEhSa0lTWWhTbTVOeTJXdE1yNm15UFBYZHVJV2xLY1lqL2JvUXN1Q250eXhPU0dkOUNkem1CV0pXUXpJczFKaWhXbXZBbHhyN2RFSFFTZTlzb04xTk5mWldCdlJPSGhJVEVnYU1nMHVkN29BTmo4SzQwMlBwNU5VbVpVK0lPVVl3bjhQc1BZK2tYa05hczNQK3NFcElzci9EOFE2NUJlYUF5QzR3WjdFTmFrM0xsYkNhd0tXOERVKzRHQUFtSmhhWTQxT1ZPd3FaMTU2NncwOFk1emEwcm9FTUs3SmhXdVV2QzJRUVJPK1QzaTc5cTdObXFSaXFGcERteXZkVmp6b0hISHZPOGhDaExiWFk5bWo1NjRoWFgzaUloU1lGUVROc21XdHZBQURpbmtIQ25KTDdUVzB1d1RtREw3VENGOGZQVExGYzd3NVZDTWwxcHNYbDhmcEd4NzhCSjBGMnV5eXV1dnJhSEsrZ1NzdXVPNFVaQ2tnQlpKb1VFZVk5Z0FKeFhTSnFnU3JaaWpjK3hqVml5azNaNVFqS29YcDRyaFdTV1ZldEczRDE0ZU1jOXoxc3RXbERjVXBVNkQ1T1hoamVkTVNBaEtRVkxaUVpDa3JYT0xTVDhPUEZxclBGMnRVdVNYWjZROUtxWDUwb2h5ZXB4blJuclBVOERQZTJkMHZjUzdLMmxhcDFYMUdDUVB1ME1EUWxKQUZBa0lSU1NxWE1MU2FGVElocUxNSUdUTGsxSVZxcGRrc3JkclN6YlMzRXBUUDlBVFI4UFRVd0VRR3lpQ3dxbVN0QjVtTHcwUE85c09wT1FsSUtsTWtNaG1UKzNrR1I1M0laSWNVa3VUNU1zdVM1c0ZLeHFUZEt1bnVLbzVrSG9nYXdsSEpYMFJ0NGVRRzE2d1pyakw1S1FlUEJFbzQ2UTFHNEFUZTM4UXRKa1VhZGtMdTZwdUh4ZG1pWnBKK3dpVkF2SjhpaE95U3FzSHJ0dWQrRWcxNW0xWHE2STFsaUNtUm9yR0Uzclk2ZUVoQ1NLa1pmb0NNbVU4RUx6OHpydVdZRlRrdUtTWEo0bTJYTlBERHhjWkxSYVNCYVlzMXNVcmNVa1BodzVGWUZ6azZyam1ubDhzbUlxTzJ1Z2d6ZmtTRWhTWUhTRVpDQzJnbnZuZThBUldpMXdTbG9GcHljT241ZW1TZXBWY3hQWXFoYVNySEtLbzk3MVdPaUJnNXRTcFdDbno2YmJVY000dUlackl5SEIwQlNGSFNGcGlrUEZacVVqR2F2TVByc0Z1V0JXaExzK1NTN0pwV21TbFJRVmtDQWt2UVNGcFBEaVNtUEx4dzcyZ0t1ZVJSN2d0ZDh2UDNKOENlc2xFcElVL0J3aGtROVNyK3lrRlBScEhDRnB4cVpEa2t0eWFVS3lpT2VLM3hrZFR4Q1Nab0pybzZvYnNJaGcxZ0NxaWxXcG15NkhtdkdTK3hYczRaQ1FsQ0Jsc2h3aDZRbE5ZdkpHQ2poQ3dwMlNhMzd4cVZDNStDUVF2eXh6YXkzbHBEdEJTSTRTTnNsVU54dmgzaGJrQUZRM0l6aWdKUGRCRnBSeHBpQ29yaHVtSUFtSmdhSWs0QWhKUGk0aGlUb2xleWt1eWFVSlNhZHFhbkxRRW9SazJqbDNLRUU2NDliV2VrZ0FxZVZPSUhndFlhbHpwTlRSRGhzSlNRcVFXRWhtMmJpRWhEc2x3YlpsWG1GVlNIWkgwU1FMUC9IS2o2VjBNa2JUaWsxWW56QkJTSmFUSHVQbEZiZEJIUGI5Rm9RbWNkL3g4RW5tSWthYVR6Tkt2STk4SUJLU0ZPU3drTXlNVDBqZzRWYmZSNTMzRStMc2VVTHl0aWZxOS8yK05ROUVtYi84ZUg3eVJ6dXdpY2FmcFBUeTRwVkdVaHNSUTMvMjhmd056alFPaE9SdGYxby8vaTZuU1ZDYWtkcGpTZDJZU3lLRXBQd1J4NW1ZOXhReUVtdnl3ZnRQL3lSSWJ5SWRTa0lTd0JOSndFTFNISitRUkp5U05KZkVNN2QrRkRRU1NNSS94NXgvQVFTUXNlZDJhbzFuOXgveDlNRlgrQnZKK0NyOFFDUERaMnF5K25mazdGNTJheWVyL1ladXpoY1NhUHFrems2d0lNRWppNDdRNktMQm5Ydm9FWU9USjVjL0pMa1d5WTh3RWpTWTFSNWp4M1grMHVrN2QzRG1BSGxSSkNRWW1hSXdFaElZN3JHWlc5eis5b1krelNWeGhlUjk3UFRIc3RyN25YUHFaY1krcy9QdVBudjZ2Yy91WkUzWG5uOFhOT3RlUlpzRllPajdjeHQ0L2xpMlVIOVYxalZXa1Nja2MreldEMlhaWDliUm13VmNFMndWZ2V1a0x3SmpONTBVRWVFZjlTdlhKQjAwcVZYNUtDTkIzWHZzMldIMnZwT2RSYmVCTlNTckpDUUJhcEVFSkNTYll4U1NpRk9TNXBJNFFyTE1Uc1JNZnBlNmMvNVg2K3h2dzQzUHJZM01lMlNaUC9iaFg3eE01Sm9McktSYVQ3eFd1M1FLQnRTQkt1RUtTYTBoMlpsSG5tOEdiODhjUnVvUGs5ckEyZlV3bVg4MzQva3dHYVcwQXRtS000S0tpT0NqRXJYZWV0TjFtNmJSV2toQzRxTVdpMXNoK1FJN1JXOG94bWhMMDV3dFlQNTBySmpFdGtpaVM0S0ZwTmJRODY5cDE4S0htWHlPdGlQY1dmZWNyUU9OZXBlejZGdHU0SkVwZjJQaHZjby9yc01IZitKQ01zTmVMMnRvNHUyb2Z0VXhoMnExQ1p3SmtVZGNRQkNrRlIrQnU1a2kxZ3QyMCtPTWVFVVhjbW1LVGo5VmQ0VmtHUjMwa3BCNHFFV2pTa2hXLzY4UHd0VG9qTTNjRW85dlhjTXRKcm9rV0VpK2FKWThXRzYzVkdWMVpTeUExWFVJQ3VWZm9EYTRkcm4zbFEvVVR4K0FpOTNIZjkrd2dmSnhjTXFkT0ZrRzl0ZTZJT2hBTGJ1SzFOVWsvZU1kbVQ2RFhsSUQ0K3ltb2k2L05XSlBJV1FaOUtPaWd0eklyRzRnem9qT1ZYZTVpb2lPdWJ2VVlQY1owcnRXU040dC91OUU3T2NEQmh3VGtFSUNBOFhZUzdJeENrbmdsQ1M2SkZoSTZuWUpiV2xWQXZWZUZjeURSUGltL01QczFsc2dyeWttZTJQTDlERVdXUFBmSmhub1Z3YjVkeXoyVlJGSFNCYjBYSnZMYjZFcTl5b1VnYW1LK1UyS0hONmM3QkdxMHdrR1Zsb0JJMDRoYm8rcTE3dGdEOUJCQ2lBY2F0cTdWVWhxT2NCZWNPMXFjTXdkQ2NuMk9JVWtjRW9TWFJJa0pMREdEaldmMDB5dDRtMHpaZkxBWUdySWJhZmVOaThWTTIxMGJYQS8wak5lcFZtWjQrS3RDUjBobWRHYkJEM240R0xUbllLNnFIL24xVHB6VlJGQWh3Sk40WlNGRS9KZEp3RWdVdWFleTRoTE5EQ2lEcGJ2VFp3SGFsa3ZBZ0RERUdmZE5XR3dHd3F2Z3dBRkpDVEgrMlBVSkw1VGNzVWY2WUFUbFdEUFNiQy9DYzcwdWlCb0dzT3JqMlJJWk0ycnlTYW13SXFaNlBHR09taUxoMVBBZ240b0tVRmN6TlB2anBBTWxHSURnTEZaT3ZCcWtyVUV2L0RlaUR0WEZjVW1wRzhGMUNnQm12UHlDeGhCWlNCWU4wd09OSGFLQURwb0tyeGJoU1Q3Rk1BZXY1d05mZ21aOGtscS85K1A1K3pwY1FxSmQxSVNjMGtlckw5MjN4MVppQmtoZ1FNRXRJbXNJejJ6SDlEeVY5Z2phUVF0Q1BHNEV1ejl1cTJoclFEQlFsZXJLbmpwekI3ZU9VTFNWVUlJcmpZKzd6aXk1RUZuVU1JYURNazFGTmRCNkViNWFnN3JnNGRTQVNPNlJuRUh4K09iVlVLYnNXMmNCNnJKeE85YUljR0FWSWFWa0FBZGZKaTJnVmZJeXFJdWdiZTdKWjVVUXBPOCtiUkxEckgzc2RmV3d3YU5rTUJjdkduTDlKVnhWVGRUWnMrcy9ZcXFkMDBFRm9VZVdNWnVBMC8zV211NSs2NndYT3Q5TUFnYXM4Z1JrcnBTWm1CU2dDOEVBQUFWOWtsRVFWU3V5SlpFYy9ENXk3QVRNc2Y1SFlBd1hIZFNaS1FSOStjdEplQnd3OFo0cUlBUmg2aGpKUUdDcnBRaDRFaElITlFLSWxaSStENUwwbkRIYS9LRnhITktRcGRram4wVDdIOGUrTFVaSVdrN1ZnS0l4QlluWldiS05KMTh2b3N6RkhWTmlkaytyZWU4U09NN3JXNXJYZmFDeXBHRjdENHNGazVIU0F6SlE5K3lnOHF1V2VzTXBRWkJZTmRhT1RZWDlGYlVuN2NVb0JPR05zWkRCWXc0UkxrdEJickt5WUx5NnpxQmhFUWpVWFpIUXBMMXh5b2tNSzM1Y1orOElpNUpuMytBcW9FTkYwRnFoS1Rwckx3RE5iSlE2UTFaSmVTYnNlWXB5MHB2RFlRZVdQTXE5bHZyYStkWFZnYk1Ic2dRdC9kTXZaNlFHRjlGa1lwYlZFaCs5SFFYMDBDNGF6bkhPV0JNWWFzU1o2a3dyRjA3YmpKeW10d01HNE50QXFOS0c3NFVvdzZTa0ZqTWlrTllTS2JHS2lTT1V4SzZKTXRpaDNJemNCMk1rUFNjbGJldEhpaXZHOXNCNXZVaDdsZHRLR090bS96ZVFhWWVSSVBXUENISnJVQ3ZXVVBGZlZRZWFGN3FUVmZlMGxxd3l5WU9QOHdjNVRSd1FYZThCVjBrUTNjcmRvQkRJU2xnUk5TbmZnQjhBNEMxSkZVbU1oZEpTREJxUldFc0pGZkdLaVI4ejlNTVZPaVM5SVZHYUFjbWlCRVNLTDVsdVlhcEt5cnJtZG5jUXBQWjBzR3J3K3M4dG1mOENwRVh0Tlp6TkFsZnozVWRIU09HM3Zza0RTQTYvVWxOWnU1VDZBQmJKMjRDS1dLZUowUHBtQ0pxQStXdUxoYTl3N2FZSjVwUVZZd1JYTHBwSFRyc1kwbVMzSW9sQ1FsR3JTaU1oU1RMeCttVE9FNUo0SkpjWWNLVG43S21qZUpRQ3dtTXJiWFdNbjZDTDVpRDZiY3JLYnZHOEhMNnRzQzJlZHo5WDdWaGF3MjhLOEEzZ00wTUJ1RXpGVHJtMWg1d0JIUS9iWEpsSUNZa1BTQThjT25xeUFCQ09ieFNUd1pRTGc4Q0lGNUtBU09ZQ2xwYlYzSHNZOGtrRWhJTVZVTFlFWkx1V0lXa0JlTy9JVmtJWFpJanVVTTA0OHhWVHF5RmhDL3UrN0kwLzlYVGVNM01QbmhrM1diYjBLSXNWWGY4OHJBMVYwZ0c2QXR4RFNzdnJya0ZId1FTMS9mWXhuZ0lPSE1USUFaejFOa0JnNlE4N3FBRFpjVjNma01oS1dBRWNRRkhJWG90Y1h3c1NWSzNvSk1tUWFnVkJoMGhHZU1EanRCZzI4NlU2Y0QxcU11NUhINUdVUXNKTElDZWtBaVpBQ1B1cHVnTTdQYTdGcFhxNHBxWXN0NC9ZQTliYzRWa3oyd1k4YjBqdXpIbWFCS3UyOFMxcTVxU3Q1Z202UVBkZ1VQRmhjVFdhN0o0blk0NG14d1RDSVdrZ0JGVEloUDc3ME1WWHd2TVV0SWtDS3FVb0NNa2c0cEZyYXpDWUFzWWRsMk5VeEs0SlBxVjFDWHJ0cWpLdFpEdzF5OXUyQVpodlpZTGRsM2FhUm5rSDlwc0c1TC9FWGZCTHBhUUZXbk45VWthMW51R0dXaUZ6eEdTN0wzQUE3L2N5VDRWMFdnZG9FSnFrSFBYUU1yS2NndTlqWjZlV0FyK2ljY2RGT1hCT0NPSUNLbzF5eEx3NHJHU1d5MUhtZ1NoVmhoMGhLUWRudmdWRnZRelFpSGhSd0RLSXFwZjljamJTamhtMUpTMzJWcElZRk1uS2lUdW8vSzJuQTcxeEJTZWQ0UWswcHF6dThVNVBWUVZPQ2E4S3lUWlkwREhMMmZTeFlRRTlKMHJTV0ozeTl1VjVnMTJZRGI3SXFBWTBiZHdkeXVMTTZJTHdMMk5qcnhhZ1RsSVFvS2dTZ2s2UWpLclhwTnRiYWNVZFdsQ0lZRTNvcFJUTW1zTVpGMm1xeGF6cVdBeWFTSGhtZ1JOUm5EYzVkb0k1OTM4NlZhNHZWNVhodTgxcVFjV0hTR0p0T1lJQ2JkZnRsUXQwUDY2cWRBVGt1eUg2MERwdVJ2UmM1TFBmeEx4THFycnV3K3pxQ1lhUnRtYU52MUFURWlpaktDQ0hkUVk5ckVrQ2VvaGFSS0VXbUhRRVJKTlpiY0lkVXIxUFNJa2JaaFBZc0pOKzY2dGViSTFmS1pEQ3duZlFkNnd6YTVwclRUMUhHTS9rNzJ6RjBpWHBKMlQwckdFaFNUV21uUGl6amNKYnFpMmdPbHQwNnd2SkZudDEzT2d0ZllZVUs3Wll6dFRMaEtBRlNQVTAxdzZEeUxFT0NrOGNlZTVFVVpRb2FaOTJ4RzBwSy9VVUp0M3JaQ3N4RjRsRVdrZlFEaXFZRXhJWnRGYUdwWW9TSWtJQ1hkS3hIemE5SWNKVnNlaHFLY2Q3TzFvSWVFVGQ4TzJCVUp5UzhUMnR0V0hJSVkyRTRYVW52STBQZ2FKdFdaZVVPRmx1VURxT2pwWWdRVkNBaysvOUx6OXFMYmNtOWJsaSs2YjRXUVZPMk9CdytGWEFDajZXa21RQkl5Z2dudDZlME84YytYSU5QKzNBY2EydkdzZmxhL2xNT1FGMXk0Q1VnWmpRckprUVF6b0N4TWlRc0pOZlhIOFVGZnZQNWpDYmIzTk9naVdPUzBrZkJkenl4U0E5VnFKVTc2VGZmWGo3RjcrU2FIWTFaUjZZSTA5YjNOanJXM2lIUU5ZcktQSEpPNFdzS29RSkVxS3E0b25QZ1hjUm02Q1lhMVZiVzF4dzNMREZNQUJueEdVMTdVV2xlTmpDUko2Q2xpK3Jsa2dJeEhWSGhPU1FlQkNJUHlMZ2hFaEVVNEpySUt6eUlDUnhmZjB3K1o3Z1EyaWhTVExzZDBEUzU1VVNpdG0xeWJPU0VNdXU4NUhUR090T1crQmdLb3grM29OSVM4TGZ5eXFSNXBrNVladXNHOGxpaWQxZEY5MGZ2d08vUXJPZGZCeFJyd1VwT0xYUHpoUklTT29ocjdkTTROMjF5SG4vWFpSQVJ0dlM5UGV0ZWJXcDRwRXhQMWdsTVFwSmlScW9tWHZyNk9hdmxYalduQ1BDVWtieXNNSVRRY21SVjBmRHZUeGdpNXFOa0lDcStHQmJXdFRiZExPQnpQTjBrQUlacFNJdDdId3hWcHJZeFVHbWtUN0M2RDl1THpNU0VWa2hlU0svUXpld05Va2lXOG1jdHRUc3JydytQRW5aQWoydGZIeDdjTGpDTzlqM1huZ2FGdVNpOTlpUmhBUllMZXJvakFHMXlIWXVLSGlZczlqWDBmdVdpSFJBQ1RkSTBLaVRmaEgwWkJCY0tPOHZwaVFLS2NrY0VsZ0tsK1Z0ZFZkSnhnU2paQjBEQkVuYlNsRGV0RTREN0lDNzFkL2RCUTdDdEhXbkhmY2dVKzlQUXZHRFg5R3JIMVRWR3lGWk04YU1HdFl2dmgzWVNwT0F5V0xZT1JJQ0ZjYnJLNTI1bUF1cjlzTzFIcEFZaS96M0p2VkNweTJtQkZiRTBkclMwVTNSYk0xQkJ1WWFVTk5TMEtpa1NpN1I0UUVFT1lsNEFOWHpqVXNxNGF2NGI3aklWeEVicG9FTGdtczNOZEZiYkJLK3FXTWtFQUE1VFhVeUM3YkFZN3hvelhJRVRLSm9xMU5Jd0x1dUd2bkZvaDVxNXNIb25ZakpIeUtTN25oMjFtYVdOQ2tmaTJscjhUOHM2ZjcyZGVGQ3dSN0Uvai9WWC9SZ2R1S25uN0hTbkZVeUlqSWx6OTcxdG52aXJQSVdlUkdRUmNOS1FtSmdhSWtFQW9KZkFWUkRPR1Q3cGo5blpKS2VGWk1TS1JURXJva1lHWnNpT3JBUEw0cUF2YkhDQW5rYVJ1SVA0NHJyS0FNRHRvUExXMFkwaThjdHRGRWlMYTJaSStraFpFbXpTdnhJT1UxcUxhL0srbzJRc0wzMm5nNnY0NWNubnNtUTJZWC9SNUo4YXZsMjBEUjVRdDl4em5yV2MyaERYdWRiQUNGdUhxNHZUZ2pDeDkxUC9rN3NGdmF1WENGbGkyVXppZkhTRWcweW1WM0lTVFlIbHJKbVhpcHRsWS9lUXRNQ0pqRHF4VytzcXcrS2lSdEdQVDEwQ1hoeWZvNjlMZ3pRcEwxMER3R2cwaXFsZm5BaVhISzUycEN0ZTFTbWtIWVhLWTFVQjQ3dHFUZFpJS0ZsOVBrUTVGcGhBUldYMlBsYjVxUW9NbVZWaFNSa2grb2d1K0VMNG50OEtOMTRSdGdqK1FSOW5lSEVtc09PcnIyc0VhTk05SnkvUmErRjdnaGF3QjYzc2dVTWdtbjFIckRDVWhJSkV6bHYxMXUrbmJzWU5WYTdPa21YM1ptanJmZ2QrOFFCdE5zajBKQzRSVVZFdUdVWUJHVXhUZk5wTFcyczY3WUNnazg3TXBaRU5lUkhuVlFLVCtqRThNN3JMT0hJaFZteVhXZEhXME5ISlVibWdBVWgvWkorRUs5Q3p1RWFsMHdRZ0orbWtHaDRUeElBaGJqaHEyb0pGU3JDNHR4Y0kzVExNR2tCYjZ1ODdDNkdpK0J3RHdmaWMxMW5TYnUrQVBYL0IzcmtCRlF1dTdhQVZRS3VxYlV4NTJydHNvMm9pVWhzYmdVaC9yY3ZsYmZHZUZVZSt4NHY4dlQ5bDdPb3czQWV0R0tFRSs2OHZpSmVucUZ4OHdWRlJLWVFleTBnVndMU2Q1aXo3NWRYRWZPVkJXWjhQeUptaU13ajgzNjF6RE9jZ08rMHZpS1Z6N3d3SC82RC8vSXRHMEN4cktDZ0prVzhkYk1OT0tGQjJLNWhRQVhLT2p5c2pyOU5FSXl4MDUyT1NGY3MyaU9RUlM0SFBMazZnczZld0NHMWdhbm5Ic2FucnJVa2ltS3poOFA0VDdETnhDNmgvQmpyelZNRjJVRVpNS0tEaThJVEIyS0NtQWZRcFR1YjR1bytCbFlXRW1UV0ZoS1FqbWZ3V3ZhOUZqcE12YmhyQWR6c3lhR1h2dzZIL1hNcnVSLzd5ZGkveFFrS2lUaXpXNjI3YmZmMFBOc0UxbFVpbWlOc1dzcXVHbE9GbUJDSGFyRUFReTd1bTV0cURSejYyZ2pDaDZkMVY1R0ZtK3RaMnFFMHFDK1JCMEw3TWVGWW1ncjZUUkNzbUlsNGNoWi8rRS9EU2RabzFBOVROaG5ZZG5aNFMzTlB3ZWJYS2RESGxTWGJGTDhObloxb3JndmFRbm1zU2dqc0NSNG9xcmZCT2c4MWVWWXk5RlV0VGJ0K2tGQ29qQXB2ZjIvWWtZdThYOWlrV1h2L2ljNTQxOVd6MitDSS9LSFBFVjh2V3JOYkVieXBENnNkYjJYODVCN3hZV2t6WWRQVEF0TWJWUkUzeWdJazcxbkxZZUZuSDJIVEVkMDNJTFQxL0cyS1NZRFBiMmdBaFZNU0huRlcydWhxY0wzQlRZNGNmTnBXSU8zWU1QNVFCWTFRcEwxWGk5VHNwWGNWQ3hTbHZFVVZqUUZ0eWFEOWFJdU1xK2NRRDkzTWQxZjdmTlk4eXI4ZVBiYm5DT0dNVVpnU2ZCcU81TExFTHpzTnVDYVpPNFdhcXFQbGdjeXR4QXcwZURzZHdLMngvZmNjMC9PR1B4eXBHVmdYWlBQY0V1cjg0eU93djJ0L0VTN2pURlhtWEVoNFg2bU1sMVFKY1lXeXBsYXNsWG0xei95TzV5SGwzM2t3eUxoaTJyb2Z4WGIvVEM3ekNYL0ZZS3BHZVk2TjFmZ0FpdmRuRHJHVytzNFRXK0tUN2t0ZzRCd0RXT1dheXNrajZnUCs5VzZubUtjMGszS2hzdCtWM0oyYTZlM3cwbTQ3L09mSTdTTlE4NDdRSXd1Nk12UVJtT004TnBjL1RZcm44Q0hGVTNvb1FHR09lZkxnTHBJU0RRU1JYY3dNdUxYb1M1eHhKWEluakZjSU5MZ3MzQUdqNXFpalFzSmQwb0Nsd1FTRDBRcFdMYlhWWEY1NjJoKzFLQyttYkhmL3ZNdi95dkc1Rk1pbk9qbmNrM0Q3NWcxTWZWdXF2cnNBMVlGcmExcGswOFVtT1ZQSTN3bGYwMldQY0tleWI3L2FWV0xGWkphNy9SWElQRm4rK3o3Vko2NkRjTCt1UVFvQnNlejMraHVROExxWTR6OUdjclF3Vld1Uk9ieGxnTFB3VXRFRm1Xa3gxaCt5RW5OdGNsZWs2MCtCSjJDL1lMOTJYelhaSEIvWmNmRVNFZ01GQVdCSzNVODMyellyczh0UHNHN2FDWXV3enJMdjVpekRiL3VGUmNTN3BSc3U0VENyWlJwWUJSdE9abWQ0M3RlOGNBRHI3Z24xeXNmeUFlLzdJUmFaTWYvbGhkNSszdiszWWNndzZnTFVRMnN1YnNpQUV6RFhKY1hUSXB0RVhKYjg4eWtMekU0QitleVVldXhlMHd0VmtpeTJRWTdma1hPMkNka3JlWjN6NU56a3hFTGdFcGszL2p6cjcwSmdOZGQraVZNTjhmbjc2SXZKTmcrQXRjbXdzaDg0OVh0ZFZ4UkJpNFAvQis5WFVoN2xCM25XdWc1eWJ3MlNYbUVoSVNqY0w0cnZ3YmxHMGhJbW1JVm1oT2k0bFpkSUNSdHZHNnBFakNYTjBRUXZoWHZWaExHdnZwRWZ1OG45MDA2ckl0V3Fid041dHEyeWVLQmgxNnRvNC9DdWJhOENscGI4TnIrL091T2Z3OW1LRmc3SHpyNWpDcnFQQVc4K3N2M3Mvcyt1YUd6OUwzbnlibE9qOS9mRDJMR3IyTXRoeXUzTU9FVUYvb1pYMGc2MkgwQ05SUmxaTTBWa216bFEvbTMvcGlvKzdjYTMzWUROYktFN1VNU0VvVE0yWUt6d3RETjlab015Mnd1SEl5NXlPcFpJQ1J6RVpjRXRubmtxQjJKdFhzVTN0ei9SQXNlVDJETEJiVVZ0Wlo3cG45UUVCS1FKb2xsUXhvWWMwSzBDcktENUpWZi9zNzgzci8vRnFtUklSY2ZoY01PTk44VW1QSVptekphTWFqT0pyUVBiTGcwMU1hWWtaQ1VZcFdTT1NOV2ZHUzhMMHVBbDkybFRWUlZJQ1RaUjdlRGxvd24ybzNVRTFBN0NYdnNHbzUzOGFxSU0xQzRxTFZXUkIyaVlpSllMU1R6ZGhmTkwxd1dYOWI5T05LR3BhQnVjQjl3VGVsWlUzNk9QV2ZDaFlIQjljSXNOMk1QdS9na0pDNDRaNGdOK0NwWlE4djlrWnhZenN1eHF0NGlJWWswYTF4SDN5V0owTHBKc0c1TEhhU1NnMy9xNXBLTFdGRnJiZlBFWXFTUVNxb1drbWx2NzZDNExpZG5TUy9ualdzb1hXTFkxcWFZem9GZTYyRHhmWE8zT00vSnFXTUlTVWdjYk00UzZYTVRlUld0bGVxZk42L3BkUkJWT29LUTZFR2Y5L3h1VkZ0QkVIWTJuUnh3NDUxNExGTFUyakxTa0xGeVBLMWFTSTRpbG1kUmJTaGRmeVZtMFJFSXFWKzgwMG9vMWZkMUM2cEpCN3Y3T2xSK1g4VitPem51NVdBbDVOYUVlQ0JVYTJwT3htYkdDRUlDZTVxaTlmYklxekQ4LzNLSGJ6Z2djT0xSU0VGcnFGL1JZanl4V2tqVXNsRllRMEhHdEZvZnVvNUgweGFXVUlodW1CSlcrLyszZC9VNlRzUkFPT1F1eVNVaGtSQVNvZ0JGaUFkSVQ1T1RLRUhLdmNFMkZFZ1VnUklKbEhRVUZEbDRnVUJCUVVONGc3dUdHbDJGUkpNVVZOZUVPd1RpNTJBWjI3dmVHZHU3WG0rUzA1M2tOT3NaMnpPTzE1OS94bU52UjJjWk9mU2o3bjRrTVZhU0E3UEsrMXJZb1l2enhEZHFCNGJwdkF0SWVxSnBURWszR2l2SmVpcDJXK2Jwa1pWY3hLVnBtK0o1aDFtTUZTUTFCYlZtTVRvWFBOUkd3SDJKUm1rZ0IzekVXR2p6d0lhOU4ybEp0MGRkR2VFTThYbFBQNUtRdWlsQ1hPQVRaNWl1YkVlNXdaRU9kdWJaM3Z5T0pzOEZKT053RHZsYlpPRFhCSm9ZeE1ZUENYSk4yTkswMGVaaVVtY2ZTYXIyNW1zVURDQTUrZlFVdmhoUHJITWQzbmxnTDEyUk9RY1VHNUdyZ1ZFYlpnNUkxK0JIRWx3M1JjS0JtRytIY3R5QWEyOGprTXcxZVM0Z1dYQ1FsZU52S0d1eVVoblNVaFdsMktBOXNUbGZtclljRGR3NmtneGwzWmgxcDNITFlydUU3dk5VUksraDMwVUdRd3l4Vnhpa1B2cHFZQnBZTldvcDh5QXgxSkVUcXlPMjZycXl1NXNKMUxSTUMyNFhrRFQ1M0p0L2ZNcXBRTEN4U1JzbGRjQktrWldxalI4dVM4a2syRmFRRE1pYUlsTVdpWXc5Z29qSFFIU2RKUURvSVVuTXJ0TFlWemdxeWIxZFZLYUJyc3FYeVNNOVNBeDE1TUtDVmZHY3BaOUtHL0JFbU5pcmtvSEV1WUNremQ1VXczMGdZUWMvOExTaTNjRTJmMVFZRWt6Vk5sRjM3VWcyUnRoQTBpYkYwYktuTTlnSkVQYjdpNU1Fd3VjU3RraEhtQTNoZXZoTDRTaGtteHdFVXlJeEtZWlZ5ZkVna1ZWUkxMQVJyUmttY25FYWlMVUl1UjR4bHUwQ2t0TDRUNm5XKzZiMmw3R29qQ2VzMUVkSjlJRXNXY0l6aE5LME5heDdtVGFRYkJRekFBc3ZZQWFTSFZ6Y25wQUdjOHIzbU0zQ1U0dXBteC9XVWpPWjZCNWQ0SHVRbUNySmdWZU91cSt5N0M3SFltcXNHL0pCcWhOSUt1RzFMbTd0K1VzVmhDY1NXM0JPZlQ5UHpsUnQzZCtXN0RhUUJIazdjRlVQV0VQWUR3K0w3Tk0vdXp4ZGwyS0g4Y3FXSVhPcXdVclZLT2lLL0xxN29EMUl6UFdVbTF1L05PSnBXOUdUbmUzbERaUWE5eU41VGlBcEhYWXZQOHRkRUp3UXZGdC96QVVEL0J2SmNUQ2NqSWJUdEMxczYyRUxTS0lyN0tteWZGVEFRYkpERXIrNEtzaUQ2SWtpMjNSaWhtSjRzSklYckVObGh1bEJvbGJsMG5TZjcwcGdQNVZFcEJ0SWtueXVJZkFVUDc0M0w1VWVQdy9ES3h5enJoS1M5SnUyWlpFRkpNMWlveUVyQVBqdDgxT2dTV0d5UTMxOFE1ZVdkRUxXTmxwMHd0ajdtWVJaeUlPRTFzY0txQmtIU2NQZ2xPSTQzVnFtTEszWDBMeU9XQnY3c0l3WW5uZE1aK2lhUEF0SXByYnBtaVl3WVh6dUhyOU5LR3RvSzNQMWMzdHVGY0FUTk5SWm13ZEp2b3B6U0NXK1J6amo5M3FvMlU1ckpBRzlYeDdjNkJ6ZGZMT3JGc0dkTmgyTXdWS3lRYktsTDdCeDV0V0dCems4Z2EwYXdZUkJmeDRrdEQ1V1FEWFpITDdXTlpvalcrRjMrQWJLQ2hydUNzcVpYOFJBUDRDUE0yZURwTCtLZG92VlpZV3JZdE1xSzRrMWJwTVlPdXJ3dmdKaDViZm05QWx5MTBDZGpkWk42YVZDOG9GSE92ekk2UWdTZnphSkxkMlFoQXVxZk1RWFI3RUo1aXZLV0M4MXBxYXdJc3BtWkhxNDRHOXNYa1NRejVOUkF4Ly93ZUhwNjhZRTV4TWtwWDcya2xmek5VVC9mYWdzZ2xIVU9vS2JObE9jVldtTjJoazhTS3cxVmlqQnhhUDdlOGsrQlJGeFRrSFNma2YraFVyYzNWWTVDZjFrbm9SUEkzUzRyTDVhZlBtRUtLMEh5WnJlMnAzT3JXVmYxWnBLNXNXZTNScjRENXBPakNSVzZNK0xBQUFBQUVsRlRrU3VRbUNDIgp9Cg=="/>
    </extobj>
    <extobj name="334E55B0-647D-440b-865C-3EC943EB4CBC-7">
      <extobjdata type="334E55B0-647D-440b-865C-3EC943EB4CBC" data="ewoJIkltZ1NldHRpbmdKc29uIiA6ICJ7XCJkcGlcIjpcIjYwMFwiLFwiZm9ybWF0XCI6XCJQTkdcIixcInRyYW5zcGFyZW50XCI6dHJ1ZSxcImF1dG9cIjpmYWxzZX0iLAoJIkxhdGV4IiA6ICJYRnNnQ2x4MFpYaDBZbVo3UkdsbVptVnlaVzUwYVdGMFpTQmhJR052YlhCdmMybDBaU0JtZFc1amRHbHZibjBLWEYwS1hGc0tYRzVoWW14aElGeHNiMmNnWmloNEtTQTlJRnhtY21GamUxeHVZV0pzWVNCbUtIZ3BmWHRtS0hncGZRb2dYRjA9IiwKCSJMYXRleEltZ0Jhc2U2NCIgOiAiaVZCT1J3MEtHZ29BQUFBTlNVaEVVZ0FBQlkwQUFBRnpCQU1BQUFDQXlEc0pBQUFBTUZCTVZFWC8vLzhBQUFBQUFBQUFBQUFBQUFBQUFBQUFBQUFBQUFBQUFBQUFBQUFBQUFBQUFBQUFBQUFBQUFBQUFBQUFBQUF2M2FCN0FBQUFEM1JTVGxNQXplK3JpVlFpbVVRUXUzWXladDJFZW45REFBQUFDWEJJV1hNQUFBN0VBQUFPeEFHVkt3NGJBQUFnQUVsRVFWUjRBZTE5ZlhSdFNWWG5lZThsZWJudksya2NSM0cwYjNnd01DajBEWDdOOE9VTktyWXl6dHlJWDB0ZGtDaXdFRm1RS01vYlc1a2JHRkJoalNZaUlLTjIzd0N1eFFqYWVYNmlEbm96TXJQOFdwcnc2ZEF1NTZhZmpnME45czFMWXdOTmt6Ty92ZXZqVk5XcHVya3Z1VGZKZTIrZlArNnAyclgzcmwyLzJxZk9QbFYxenMyeVBvL2YzUG15a1BQY2g1NXlKYy92LzFhaXYvazVWL0xiZml6a0dITCtiUFV4bTBPdTRycFdIK216ZmJibjNIdHVyZTIrZTM2ZjB2MktIYVEvcTNsNDdEem1xNytyVlBOZmcrdGZldFN4WnhuQkoyZlpiNm8wVW9kNG5Pdm0rZFg1UTZ6d09xdXEzR2Y3YmNDZjFyaC9IMXpacjRLKzVBN1VuMVhqamQ3NUNVdCt6UlVxM1hWcDU2dUZ3TWQreTZSWFhaWmhwMXRVNjlhd2E3bHU5WmY3Ykw5TmViWHAzc2Z2VjBOZmNnZnF6NnF4MFQvdmZJdFg5Umt1WFN4b28zU0ZYbjMyUzdKZmVTMUdSUndQZjZTQ3hLY0xqdUduMXFqZVE2MXgrRzBhWUEybFB0dXY3aEhBdlBQTkt3MzhEblZBUGxCL3Z2M2l4WXMxY29oOEJ5bVRSdmJIM1dadk1NZG5MYWxDZFg1cW52TGpYTFN6bnAybXhEcVJEdWM0eHhYblE0WDJjRm95bkZyQ1B0dHZMWlVxZ0Y3TUdHNW5KTnV2dXFUY3dmdnpCSHZFWlZYRDJGOTlwWElRbldkcW0wbWZzVGJjaGZ4VjVVRUxYUFR4TEp1Z3hEQWJtdVc1TlFDSnMxeHh2dVRTb21sZkxNcHlJeExiakUvUloraWc3ZjIwazhiMXoyVnFtSnJhajRLa2pOOHhmZmRuVXAvbngrRDZYeldDNEdIbHB5elZZRXorMldpZ0VDS2ZWcmttRjYxbjJRWWxKZzNMTU01K3UrbDJoMk4yejVwOHNUM1pieFNHb005b29ObmVUOXRJejJxV1hTQ3dIOXFQZ3FTTTN6Rjk5MmRTWCtqSGVxaDdVaUhRcGtiazl0cW1TOVE4OVZXcDVFR3dMbE5pbUg2TUI1ZkNvdjdINDBETVZYRkRwOXZVSDBXZlpWbHJYMzdNajR2eldYYVN0QTNVajRPT0dmeDRuR1cvUkVZN1F4MlB0UVVNNUxMR3FidkVTWmtGU2l3TzBUVVFRTG5hZFR6bGtxTHBRQ3pLY3lNU2d6NmpHK1oreG1OeUx4cXplTERiajRJa3RrSEg5TnVmU1gzS3hQeXl5OUFrcHpTdW1tWHEyWGZHY05SUnVLVXpsR2FBdUtGTGhtVUk1L08rSDJkclZQT245cXdvRk50VDRBWmhDUG9zeXpyNzhtT0tKd2hrd0doanljRWdGSFpNbi8yWnJyd1VWMlNaQ2xiV2pVeWxoa2FZU0NMTEtEZWp5K2FRWnFjbW5xSE9nbUZDeE5qRDV6ZWFtajFxS1JPS2xSaHVVRUxRWjFuVzNKY2ZUd0JsZmpDcUQzcmVMZXlZUHZzejNWMFJQODVnZFo0LzBjcDhQM0svWm5JY01tM3FIRi8ycTVSNVFiNWppTHBzc0NlTURKN0NzYXIvTU9vVkZwbFFyQ2k1d1ZOZW42R3QzWDM1OFFKNm5tL01aMnYrWE95QjBRczdwcy8rVE5kN0FxYm1mbHlod3ZxSEM1bjNPN3NuT0pKWk1tVTBPRTl6NXR5S29RM2x2Qkg0Y1hiK1VmZk43bDFUU1d4dmtSdUV3KzJ6akNhQXQvZlJzR1YwcjNxOEc1dmZoM2dQa1ZMSDlOZWZhWTB4UCtad3lIblNjNlhaajljTnBZdUdMcHJNTU0rTjBJLzdxMnlmWXYwcHY0NjRFQ29lekk4SDNkYUJkMHpNajNFWHdqRVZ0ZjJJL0xpMlB6L2VwMWkwNWRjekVSTm54OHVQQjk0eFVUL3VrQi9IWndPT3hvL3AwWE1mZnJSUHNYM1VkTXhGR3NmTWp3ZmZNVkUvbmlBLzNvbjJ6ZEg0Y1d0L2ZyeFBzV2pEcjJjaVBad2ZxL0Y0OEIwVDlXTkYzSXgxM2RINGNSVWRFYk5tRDlvK3hmYlFldjBWVTM4ZUt6OGVmTWRFL1ZndEUwN0dPdXhJL1BnVSttRWZmcnhQc1ZpenIyOWFIZkFkSno4ZVFzZEUvWmlkTmI2Z2ZoUit6RHRGcjkyUDl5bDJmYnRzekhyZWFYQ00vSGdZSFJQMVkreVN4SUVOZStWakx6K3VmUGZidWp2M1BuTytMQmxTM256SHJmbHRYL0NSa0J6SlA1Zk5pUlFVcERjLzU0RWF0UDMrU2tIS0VtTDlXRmo1anJ1djVEdjNQdjMxanJwNDhxVm94Y1Y3djNySksvM0xwMTNKNzMzblJ6M2FnRExuZnZ2dTJ1Nlh2TXB0WjVhTi9jMnR0WjM3bjc2ZXZTKzJxTXJ2UFVURzQ3MDdZQm5BRDJCNzBOaDc0Qk8zZmNFM0d3Z1NIV09LMVRuYVVKL0Z6Zlh3WTdVUzhyTi9lL3NyM25acmJZYUUxTVF5ZTFYd002bDF2cW1xQ3V3N0pjLzdIN2MvN1cxWEhvUGlPKy9lK2FKWnpaWmxsV2RwRFkvVFhWSjUzdThRWjQwNHh1bk4xYWZQSytiLy9mVnVYY3c5L25lL2MrbHB0MXdwWmxUK3IyRzVhcDBuSXNiNlNoYXFXcnpmODEyajc4dTBkVjV4a1JuL0VjUDQzd3ZpK1RWTnZHL2VFTi84dDkvNGluZmRlbkdiOHErOXU3Yno5NytuUys3OFlUamdzdzFiOWp3RjlpcTU1dDIxeDd6RHRzWnczS05WNzc3U1VIQStxODNkZVpaK09IZjc3TngzMUl5Tk9IL1dpcFU2d0pib1JNTVJleWlyb0NPLzZtMjNYcHppVXJMelhiZGU0YlcrTE5rNHJlaW5qUUVQTHhFbDBqR2wvc3l5Y2tPVERzTFZ4UDJZZ1ZFVEZwelVXeXIyOU9NM0ZXMWZaUFc4SFlPM1ozRE12YnVwcUZtbFFFa1BJZXJkRWc2RGYxazEvT29TTVJ1NjFzeCtSZnRYY0ZnL2ZvM0s4Nit1TnlaRzZzb1dFdFUveGxYOXJDNDJ3Rm51OFdwUnNWMjVQMTlJUDdpdVdaY1YzemF1WDMxVmZveEwzcURvbitaV2dhSkZWN00zZFZYSlA1Z1NwZWdEUlgzUDBLb3h1a0JxOTExUHEzSVpVN1h3REdXV0N4R2tyQitYTzRBbG5aK0dJL2lRN1lZcDVrQ05kQ2cvMWpWUTQzNUwwYi9ZVVpPOVd0SG9sN2ExeHpvbTdNOHNpelRVQ0VLMzV5Q3FycmdmcjNIZDg4VFNWV2JNVUhvdlAyWmYvVmN2cWZ3MFpIYm5TY0w2c1lxSmNyUGEzUWJIMWQ5YmVXc1Q1MzlreHNKTTZ3aTBzN21mZHBOWm4vaXVsY3JMNmtqc3pIcnFRS0hEdUVQRVFtYjNmanF3L25kZmtyM2xneVQ1cjcwaUx6TldKWWFuZi9qdjNvUEVycTZDTDRKUC9GVGxCMm1vNWhaQXB1aHEyMEhUSVA4UXlkUHhiN1RlbXNxdXZsaWQ4V3RkbkRqb2V0MzkvZm0zOEFoSEN2aG81anY4L1lXWGtqUlQzRDdUVld1RjFvL2JJUGdkb0xYWlUwT0wwS2xQUC9ZYXB4VjlQOGsvK0VmUCs5c2Z4dm5qZmZWbnZLRXBCMUgxeFAyNFNaV3IxNFpjVE03akpUNHFVSy96dVpsVjFsWkhHZmY3QzVCUUYyc05LWUNQL2FHNy82ZUQxQ0l6MGdNck85eFlIYWtsb2hWbTF2TUhQN0x5cDZEejFvMXp1cG9jWnh6c0xjSDF1d0JXcm8wZDYvTmNRMHdNQlhXd0JoWXl1L3N6Qmg1bEUvZkJwbHZtcGNtdGR2NkFTR3RJYWI5cUkvbWx6RVlwZFkwV2ZveUdQL01sNTVvb3VZb20xL0ovZVAzWWM1RlIxWm1yUG44M0tQZDkrRU5WS3JFdjRxaTNCNjZ1azI2NkhQVkFrVUhsVTdrKzNxaklLYmZQL2tTL2Q2bjY3SW1LazRUQ0R0QWw5dlJiV3BCUWY3enRuaWt1VjcwYWpzZEY0OHoxeTIzTTg2K2dYcU5OWmFESE9pYm9UMjVlcWFFcEIxRUc5L0xqeThUeW5qdlk2Qm5Gcmw0NVhOVVpIcXp0Slo3OVBLRkxKdE0rd1R5ZnA4VHRMTDRMQjlya3Naa2ZHeXBWRk9QYXhJRU5mT3BSWXV6U0hVaGlRRG1SZjRwME5KSCtITE5rV1J0cGQ3N2k3S1czRThYRUZVMmsxY1pTM29DM3FhVktZbG5VUXNOdHoyUlN2c1ZaOGs5MVhkalNJc0YzcDBkVGZwUWsxQU1SV2FEdDRqZkFacG4veFpkSUU1NjFxdm0zZ0VETFdmbE1OcGZURFpqM1dHb1FGVm9vNU9lTE1SWmFaQTMwUTlrWmxhT1hKTFdIdCttU1VFZERveFQwR2QrRXRnMFRuV01kNEpicjlESnEwUzQ1ZG9uR1U3TmI0ZlpYMUNpamhxcWdjUXpmWmFPdEF6YjFOdWNjVXNvblNoMFQ5R2U4b2IwY1JHLzFEL2E3WlJrQXdhRVJaRmVmMFlieGZNV3FzYklMcnNLUHE4anBDNTZ1OXkzRlJjbmQwZndSZFVtemE1Skc4eDU1M2ZoZ2xyMFI1RHhiVXdOTkMybXpwTmhHMnZWaktLNkNZdnlZMGdvaDlnbmxVT0JwRTEwWm9YK3JJSlF0OUZnMEpFb0pXelFmbEp2c0hKUXBGNkltYXJlcUl6V3RPWDRBNlVkMG1pM2JQcE4va3ZNb3lCODZwNi9USmpLbUtUeFFJcStnNXl2RmhHSmNaQWE2TWZLamRkWlYwKzZFREhCbGttN0RqTTZVL1RqUkFacmZucFpSaWFsUmQ4K1VMbVJ2Vlg2c0wwVTBqdTgrdkxQWHNQRVZQc2t5ZFNqVG04L2FsTlNLOUtrS2lnR0I0RFRWT2czdDRTQzkvVmozaHg0OVZJVTkvSmlidHE3WXFESGFMR3JLN2dXQXpyM0N6MDFOa0V3SHQ1Q2VVVUxzRG1melZjN3gwSHBaRmJUQkU3U2JyalRUYmlyVmQrWTJVcmJqS2VPSkpTeFVsZGpmQ1JKVFhjUWVzR3BMdkFTSEgrb2k1aXVkcmVFYnZtR2pscHZMbFNPYTdZWWVPdXNvK2RRYnRjMEx5Rmd6dWVQTlVKdDFxRWo1dExvc3Q0enVPUlR3RlFrQk81SUFZVjN1OVZuWmo1dVFqblNBVVc3T3ZoOXo5MHpwTXI3TEd6OVdqV3RyNE5lZzNOeEp1VzByTEZNRldmZDBtNUttRW5WdWdHTDZrNHEzVFBFY01ucm9VUmQ1ekVGU2ZreWE3TGpDL2plajlmYnc0em1JV0I4aXU1UUlTZXpPd1grNWk2aUJuRmpWQ2dueGJaVm1OMXZRWGUyNlVCczhRYnM3b0poMlU2a2FqN05Xa1l5TXgzTW9qVmlvTFRHbkNkS2h4bU1lVyt6NGJoalVtWU82R1U3ek5mZDVTbTVBbEJOTTd5STN5U2tWSnoxaWNoMFU3TlIxWUhBU0dlM1N2Rk1ZdVhVdHhLNmo5VEh5bTdxQVgyRm1wQUNhTlJEbTZuS3Z6MHArbk9vQW85eWNsMkdLR1JpRHQvL1pHdXZIVFRBK1pCclhSc2FnVEFqb2JscERFc0VsSFcxS21rclV1UU9LWmt3MEZIeEpCK250eDZ1cUNnOFRya1FYcU1rTU94cVF6YlpsTFdTVTBTU3hXNTNDbENnU3pNQWVzS1NVWitRcXVxZDRFRm5UdmNLMWJpdW1Oa2xxZm4zcWdHTDh1SXEwTHVhUjhiTG1hUmQwUlVsWTZHdW11N085dEtwSW1yRWxZR3VqU00rRHNLT3czVlhRTENEY1grWTVyWUdTcS9wcTA4OTlpMHFqYzBGb1A3WTE4bldrSzJHelZvd1JYT1VzY2lCYmRqeUI2SEt2ejBwK25Pb0FvOXljbDJGejRjZmNQVk82ekhZbTU2bHhENXZHZFpEUmRuRE5Hbzgya2VlWm5aTmFrVDUxVUtqN005RlFNQ1lkWkpCKzdEcWUwanZKTnJMbjV6TkkxMkVyMGNobUF6aEh1bm9JWmpOTnJNNDNMaGNDVm1aL1NJZnhZNEtiNHhWOXhhcDZ5NWQ5eWtLclZDVzQ1a1dWYmtLMXRpN2c0cWRXUGV6WWIzcXdxS2xlVGJlcEIxRDl5R0VzM29CYUcvMXp2MDFyOVl5V0hRM1VnNHF5aFZwWm1NSTFiVUdJZkhKSkMrUFpRcWQ2KzNFSE1yRU9NR3JNbWFyczI0L3Q1VVJTK3Ryalc4MnFVa2VQcGxwWm16aE1KZXJjQVVXamsyZ28rSklPMHR1UE5iWWVKdW54bUcyMmZVaFZxcEZWK2ZFOHpFQ0g3ZEs1aHJLaVJ4cklFZFdZeVVrOU1PbXh1UTJXZEx1NWVWdEtqRnM2cFZXRVlpa0xOYnM5d1NMakQyU2NlZHEwNVp4Z1ZQU05KUHNUTkdnRlpCN29OR3pJdGlDdDcwcktJN2UxamdVcU1NTW9CdytydW9UUmVrUm45QWNWRkFwZGlCUk94U00xVlU5WHdhZm5qZlM2VG5oOVZocVBhNUNKZFlBV3RxZGxyMG9QMi9KNGJLSkRqcTEwajNhZ3dBQndEclUrV3FsdUU5bld3b2tPS05xUEV3MEZtL0pqTGNoSWFRZEorWEdES2pMUDNSNG1hVC9lSUpGRll4MkZZT3FXeWhJS3RRL2VmeG5sVE5Eako3Sno0SnhsTVRiVGRCVURwVHUwRFpaMHV6TXNHWDFDMSt0MVdTaVdzbERMMnRONGRaZnNwQ05Vb2FqMHk2T29kYmcvL0FKdXdnSVphbVQxOTB0V2xReERPcTNTeXNGTi9NRitQS2xMR0J5clZ0WEMvY3Q0R05jSGN3MDEwZTJBcGErK1Y0dWJrOWRuSGlqZ1NIYUFrVGJuWmRSaCtrTjcwWlF1aS9peGFSeURzTTU4VlNqSVZSS1QzbS83R2kzY0pySk82MU1IRk9YSHFZYUNNZWtndmYxNFVkWGhZY0lZck9yS3ZmbGo3cWdaVTBMV0tMdFlRbDlxWE1yV0ZBUnF0aExqQWhOUHVrQzF3WkpzdDZtUnoyenJ0aWFGWWlrTFBRMStwbE91V1ROTVVJbXB5UWkxaWJocGNtcDQxanhjK2F3dWFoSGZwTTcwOG1PR2hBY0Jka1l6L2tPeVN5cHc1aGJqQnVMdmFmTDZMUFRqWkFkb2creHBHVlgwNzhlbWNRdGsyUklyb1ZUUWNVUnZsOGtka0pSUHBCb0t1YVNEcFB5NFNSV1pEdkV3U2Z0eGxVUXVzL240b2Z1ZWloNVpvb2o0ZEpYRnlOSUM1eXFMc1pubVRqRUVQNjZpcHBpRnh1Ykl1VU1pRWJwZWFwNEtpdGFJZmRNU09jelFUVzlRMGJ3dWFsRm1VV2Q2K1RIUExIQ3dXY3lKS0xFdXFWaFNRRk15engvN1VhMFFKNi9QUWovbVcwbXNBd3A1bFZxRzF2NzllRjZMTDVBeFM1VGhJRDRTbHJXSlEzUHJVd2NVNWNlcGhvSXg2U0M5L1hoSjFlRmhrdlpqc3MzcFEyUlVrTWtTeGp0SjR3UXhGaU1MWmJlNEpqWnptNVBPN0FieWJaTFFkSDNxZ0ZLTTZiYk02N0kyZUZ3eHlzWXN0TkxsUkp0RXltUlFHbFF5RlJRUnpYblJuQjFHUjFETWI5aGJ4RGVqYzczOG1LOW0xc2lvbVpzVkpLdWtnaTRGVmt5WlBDODIzWGw5NW9FQ0NWWVY2d0J0a0QwdFEyZi9mbXpFRnNpVUpjcHhoMTZySDdOMXNZWnFmVEVIU2ZueEdwbGlSZzhQazZRZks4VFpmR29DYldGV0xXQUpVem1WY0R1TEFacnNuaUs2YXJiaHZPYnhlT3huWC9HMksyUzJ2ZHUzS2NPYStTZHBZY0hpcG43d2I1NTJhNDAwT0NxYzhqcVZiRGtFSk5VMDJhd2w4dENpSGFGQi9LYWtSWmxObmV2bHgyb24rR1Z3c29qVHZXdWtZaG9GZkxGUUJzZFRUUVZlbjRWK3ZFQ3NzUTR3MHVhOERMNkQrREczekR3eUc2VTR0OGtBSjQ5a0J4UTFMcldRc2d0QktMRU43ZUVnQmdVQ3lqMjZwTXRjU0I0bVNUL21BaElyam9RZmJ4UWNKalhGbGZQbHE1TFhQQjYvU0MzL3M4SnQzWlEyNVhRYXA2U0ZCWXROalgxM2xZVFZZYWx1Z3VHZGRDbW1oaVZMWkQvV0V3TU42REtJS3FlYzFYeDcrL0VpT0JtMXd2bFU5MUw5bGFvMmswNUxXcWZYWjZFZkp6dEFDOXZUTWpUMjdjZTJjUXZXRUxmOVZpa1NiZUp3Q2E0Zkp4dXEvWGhLQzdvRFhjcVBxUjdiQWcrVHBCOXpMTVJ5OXNlSks3WWNxd21kNEZERisvZmpzVDltaFR2MzgxNmpiVjFabTRoRnhVa0xDeGFUZW1tWDlkMzJ6alZmaFNuSHVVb2w1RWZPb1dwWXNoUjNQR3FBM1haMWk0Um5OVjlQUDY0UjV6UTRseW5oK0hHZDhsdWtnbUdqSEE3RDRQVlo2TWVzU3ZHYlgxWkV5cnlER0EvaXgzeXJLQ2I0ck80MlZXdHpuT2lBb3NiamRFTlZTNmUwWUI5K3JPN0FKb0x5TUVuNnNYb2l1ZjlkenZFTXJwRWwzQTZmZzhuWStPMGM3MWhuem4zNzhXaVZWRjc5NWhYMWZMT3RXOW9tcWs3amxMU3dZTkdwYnlQQi9GKzhYZzBUamdxSHMwc3Nick5zRFV1V2k4Y2o3YndOc08vWGoxZWhjWTdxTTI2Sy9CcmxwNUNnYWNmaW1HZEs3K2U4T1dLUGRZQ1NMWDdKcFE3aXgveWNlNjErek5iRkc1cDBrTVI0ck1ZVjR3NzkrYkc2YXk4VklKaVU3L21nYmhDTWpxR0dNWDI1dFVuQ3NuR2lBNHA1emh2dlV2ay9yYUNBYlRXR3Q0bGNpQ1V0TEZoVTZ1ZElicGVmL2p1VURNczV6MzYwNVJjcDNHWXRrZjFZeDRjTktOcXZIMDlENHpKWkVzYkh1djczMWFpUWowbFZ1ZGRuNFhpOFFaeXhEckNHNndUVmVSQS9kdHZ2Nm02VEFTN0JqU3Q2TlBSYS9aajNZNWhsRVAvYTlyMnlDM3MrcXd4U1kzalJoOVpNWHdMa0JXcUYweU9XTTJsbW15UXNHeWM2b0JnL2JpS2QvejhtOS9ManBJVytaclViWlZlMXBFT3FnM0tWclZQSmxGOFUxc0QzVmIxMjNRRDdQdnlZYXVHWmpSQzFLaFdzNnZySFBrZzlRWWUraWZiMDQxQ1Yzd2dudHd5RkIvRmpqcGhzb3d2RmJiSzB5RktxQTRycXo5QzZLa3JjaWRrcExjaGcyNnVSb1M0bVZSWFBTUktOUHpQNFhrbm9hVDlXVDlhYnVoTG41RXVnWUlLVW02REZZZHp2ZU14b2FXL3A1Y2RKQzEwYmtLNlRmYXVLMktGMFVLNnlEU3FaOG92VWZFV0JBWU9ySFlINGJaZTJTTmhjODczaVk2WHhNcXBoRVFlMUtxbVlMdXIvSy9XZ3ErL2lQZjA0MlFHRk5wVmFSaFVIOFdNZW1HeWpDKzF0c3IzSVVxb0RpdkxqRmxLdWUxUXByeHFhSE9nU2NjVUdpZHE0eHNQRTk4b3UrSXdmVXpxOElNaENYd0lFanBvK1IwWEJrVFN6VGFxSitaeUZ0UU9LSG8rYlNQS1FCWWE0SDJ1eGxJVytHWHd6TWtOOWgzVDc1VHJISmR0QlVZM1lOeTJSVzZwVk5WQml1N1JGZkxPYXI1Y2ZGeU04ankyT0gzTmpabXhWU054WkphMHJUUEw2cklnck50Z2hraDNnYXFQME12UWR4SS9aaWdoOGJUS1VLb2oxWjQrR0poMGs0Y2ROcXNjTzJSNG12bGNTbU1hUHFhUHNHaFVacVE5ZkFrUzJwdGhmWWZoNlRLdTBTVFh4eGRyTlFha2VqbnY3Y2NyQ3dnSktVZWVaNFppSGlVaEhnSzFGYkkvNG9tb292MnlKM0NXYWh5cS9kajlXejZha2tMM2R1ZnByVlA4NjFzeWVacTZIalA3Y2xrZzR2RDRML1RqWkFTenEvQkFVQ1QvbVhyVXU0alZ1Z1N4YklqWHFickpPU2U5b0V3ZFJZdjJaYWlqWXI5R1AxU0F3YmFyMk1QRzlrb0F6ZnJ4QnhrMGFvZUxzUzRET0JEdmFGNHhwTTl1a21oaGo3ZWFIQ2JOZXlMWnVhNTJoV01wQ3h3UWsxNml5ZVUzclVNWXYxem1PR1p6eGtjbHp4TDVvK1Njb082V3lEU1N2M1kvNTVzQVhLWHUwYy9XVGF0SjNvdGhHejY4ZnpuSjFYcCtGZnB6c0FHVnA4YnVNT2hKK3pLUEhYbjZzSmljM0M0VTYxU2JqS1IzcnoxUkR3WDZOZnN5ZW9XOVFrUFl3OGIyeUMzdU1IL1BnWTF5SWpQemxqOUt2Y3R0VlR1cWZtbW1HemxmK2FJVlRTVFBiUmlEVzdoWVZybXBWUGYwNFphR1dWU2NlUTh6dzNtTThabU10SDladC9pdmsyWlpKcTIrQlRGdFUyUWFTMSs3SEhBTHcxY0oyRlZjL2p6WGsxaGZ5WXBBbTRpeFg1L1ZaNk1lOFY4NjlPazBIV01OMVlobjZFbjdNRmV6cHg5Um8yemRRK29QcnJMbE5aRXJGK2pQVlVMQW5IU1FlVjNTb21tSkN3Y01rN2NmTVZraGhZRk9vK3hKa1BldFhlRk1XYjRTcnJrK2EyU2FEaURQVzdnMHF2RXlsT0ZqRnRrcG5iU3FodEJaTFdhaloxWW5OdGE3QkhlR1ZtNHk2WjVvY3pjTE02RzM4cG5yZDBIbkZRNXF1M1krNWNlcjF0S1pwRGV2anR0QmQ2RUt1Si9hSXZHYWV6cjArSy9seGgxVE5zaDcrTVIxUVVGUnFHV3dKUCthNy81NSszS0tLQ2p6RzlDTk5tOGhVUmF3L3M2WXBaU05zUTVGTE9ralVqOVVzNkF4cm9SOFBFOThydTZqU2pNZThrN0JvTlRZN3BmeVlCNWxwcXg4UjZTUm5rbWJPbVphTm0vYysrRnBRVDFCY3VLbTFNYndHdUpJWW1SdXhzTEFFS2I2dDJYaWhEZ2xHM09QaFRKdUtUTDAweTRFME8zZHhMY090ck1FTnBQdjFZK3NmcWs5VkpTMG9LSnlQNzVtTE1BUmdybHZqVU1rOFo3dys0eVp0RTMxWjNSMVNIY0NpenM4eWFpenc0c3RoU2hmenZjM2E2VFZ1Z1F4ZFlqNFdzV0FpeGxmcE9lSWdobGgvcXB2YUxNdmp4ellVNmFTRFJQMllhM0VpTVErVEhuNU1yWFl3dmFDTjlpWElQTDVRbkVla3JuYUhwSmticEhrRmt1ZnRUYlFEaXZKakx0d2t2VGk4MEtFa2xyQlFpZXBmTnRkQ1g2T2F2WEtiNGFxbVRCYTNkREt3QVhZYmJQQzkzMXptVk5Ldkg5dnErYnJRNHkyanMycnFXeUREcUViNHBDWEM3WFVWNVQ1ak96cnF4cFhxQUtQY25KZFJSK0hIeGVXQThqbXFmMDgvNWdqR3RocjNMSVhHQmdtbitsTjVxMjJUYlNncVRUcEl6SStaMloyWkxHTmlLK25DSHROUnFwWkpWS2VPdW43Q0tmc3g5M1lSNnAweTRDZk5iRkc3bDZEMmxKMGg2SUNpL0hpQ0NoZDFwWE9VMmRhWkZtVmNNYTZnYktGbTF5Y1NNbGN4ZDEzQ2o5a1o5S1FhNGNneVBIcFFsWFR3eldGV3Bibk50a2RiVklrcFlUWmpGYU8xTTYrRldKMjU0dGNnWXoybmpnd1AvUEJqNi9aNHJ0S1dlMzNHVndOTDF2TjExdHlBZEtRRGRLMzJ0QXkyd28vWnRHMWQyRVZSWVEzcHM0MWJvS0lseFVjYThoa3RBL01XT2RraTZoS1NzZjVVVDlybGhvSTk2U0FSUDFhTHZKL2ordFNQaDRudmxkUWE2OGRaRXpuYmJQVE9Fc3Y3RWt6aXAvQnBwWjN1eU5yb3BKbmNuVFBnTC83dXU0TzZsQlB4eE1HVVZrWUdXWXZLWWsyVWxpM1VzdnBVQlkvcEU3NEI4OGpoODNDdUEwYlRYMmc3UjdIOHh1bkhOZk1jeWkyUURXU01Xdi9XV2Zaai9hMGx2VEZzU2F1akZ6VjNWMVNHTDdETGxDWVQxeFVSNGFhNXpyMCs0eWtZQnN2Y1d4SWRvTlhZRTNtaGhjdDdPNTV0THA2aHZNWXRRTXJnd25ZWW56eHR2dVpSN2hnblRzeXllRU5oVmRKQnluNThaNWVzMEIvN1V3M3lNUEc5a3BnTFArYkdyU29oekdYcUx2UWxWR2tkY3ViMis5ZjJLUzFwSnZmYUZFUWI5dHJ1UUlQeVk5YXZ4OFZUT1gwcXorQldGb3RicUd3eXZ4dlFZS3FwZjc2R3pKSXA4czlzcmg0TG9YaWRTMThPZnUxc2pKc2FnRkRVUUVIZmZyeXJsSEVOTnR3ZUk3VDFOZEpCVWcyOTVNZW13VDl2YjB4ZW4yVno0S0c2UnpSa2FzMnkzQUhjQXVkbkdYS09IN2VSMWRZMEgxeER4dHkyL01ZdG9NUmkxcURNcHRKWk4xZFp1V004UDQ0M2xPMkhzaWx0SUVkdHB1VzRIOUxCVnpZZVUxNzJuemxiN01jbUdROFQzeXU3WUMvOG1JMVIvMnQ2dm1xVitoTEtDRmI1WkU2L3Z4aXprbjdNQXdvQVBXc3VhRFVWb0oyWG9lSVdWTlllcG03ZCthaXFKU0ZXc2xCejZ4TmJvYTdCWDhwWHFZVlBYdkU1VEc0T1pmbXZVdzRmTXRVZHpOOFY1ZS95bmF1alZMczVXTWpLdnYxWWZlSnViSTFrbHFnQ1BuNkpzbjlBeWZjaHBiMkRHcXovYkJSamh3a1d2RDVUejByVE5MeXJxUS9kcDZVT1VOVVV2OHRRN2ZneFZhV3UwUi9LdCtySTVMLzZkNXZNN1RWdWdVcVd0QloyMllmWGthT1B5czVxS2pVczJaOVpGbTBvUkJNTzhuWjhTYkZHbGVvUGFLbzBzbCtxcTZQYXdhTTRIb3ZjRlpPNUNQdS8zbVl1TGlrQnZwRHlYLzN3OTlFMllQVXQxRUxpTnNXamZsOU9PaC8rRDkvNUhyUkk5ZFI0OFYzSW1TeDdsTlU5UlFKMHA4a2Y5MzFyZXVSNW8vMFVKRHFIdjg2WTB3ZzIxc2dmelhkTWZLMlNwRUl4VUNJV01xZjcwNmJLNkR0c0w4VEwvRTNLNUx1TExvTkpLMlgzZmZoNXowRWoxaldWSDlFZi9vbm4zZDRsdVhsRmZZMXFEcjRaK2pnOGdWdnI4ZlhRMGFMWmw0bVhyL29ITWRTOVBudFJuYXArcXRMQXYyMGl2UE4zUDhTampmNlVKL3R4L2h0L25vMTlSMVcvV08vM0dTUTUydGw1OWg4VzdwV1ZPOENwaDVNbkN6TW5WZGtZT2NoWC9OVEtXKzZCTzllUnhyR05qN3k2alR0UlNDa2hybWozVmQvNUlmVDBrMHdkUGZzVFRHMVNIVFEwN1NCVjRvNGN6ekRWNGF5bVNZbUpia1BVRUhVQTlJWkpGOWZaYU5YUzlJZDdDd24vY1VsdDhXWHVIK2ZxMUd3ZkV4YmRpZ0FVRG9EQXh5em5XanFuSDlYL0oyVjNmL1FidXJqR2piM3p6T2lMRWFsc0lUTzZQK2VxcE8rK2IvdzYycDdTb3JUNUZJZkxSZW5ScmlyRnIyb0VFWjB2aGU4cWMvVmFOL1BpVnF3OGozUHdZNnRCeFRMc3g0OTh2NlVXcjl4QnRmUHhiYjIvajdYOWd3VlozVVlNQmtYc3hnRXBkTm9ZSmN0S0hVQzJ1OGVFdFNIZjBuVEVMZnI0TlR6VjhJSHVXZFkwampOTzJvenA3K2RiaXZNdDV6Vk5qUFpudktGcEI2bmFHdHpFZmQvanRzYkh4QUpHa1VpamtETDlsWjM3U2sxOHdvclNVa2lZZG1udDc5TWxPOW9EMG1hU3dIaVY5ZW9iUlV0WFlxYWNmbHJySXIvaDY5OU1vL3BpWEhQSlFtMlBjN0wvbG9DOW9Hck1kZForSFQ0NDhwcXlaT2VWRHZtWHE5cTh4eTRaNnJJMXVEOC9ObDdtNllXeXltOXFSVHYvenFqR1ozYnRwYVAvbzhMdk0yWjhOY3RkWFRkU09JY2Q0QlJ4Y3NMYWJQMDRlNE9tQVppNlNtN3Y2Y2ZaOTJxaEo4d1hWZmdkMDlJY3BqK2pEYUczekg4QUFDQUFTVVJCVkUwN1NOV0ttOFRPbC96Ymp4YVZVYXFTNzl6MndDMjNQSENseHVQeHprWE9YR1EvUnViZVcyNjU1ZFlyTmV2SFdmWXkrdnVhZDN6RWFLbXhCSmd1Qm42TWY4REF2NS9jLzh4NXpUbHVLcnBJa3pOSzdOWXJGODBrR3JocnQvMG56ZHZLcWVaYkg3aVlyeXJLdWIraFYweS9hSWx5cjMxVXJZanFQREhGRzFxb3FkN3ByKzdBSzZaWHVicnhaMTBFT3ROZXNaUDV5NmRjMmJuL3E5Y2RDcEt2cGYrNUtUQ2dydFlHMTlpUEx6S2tpT2xvUEZZWnRIU0dsS2p4R0RCK1hXM25TMTQxVHlUdkdQOEcrcDhiaXhwaXhxdnp1TXlmMDhXLy9MeFhjL3A5cG9ndnUrTlJPL2N0YVFaMUNqckFLME5tQXBaUjk5NXlwYlpseTk3OG5FZmwrWmRUUlhWNHdydSs2dEpNMExpVFN1b0JOTTRLbmZ2dFcydTN2ZU5iYlo0U1hzZVUraE1NcFlidTRTQ2Vkc2tjTlFMR2o0L2FEcWxmRURnSUF1TEhCMEZQWkk4TEF1TEh4NlVueEk2RElDQitmQkQwUlBhNElDQitmRng2UXV3NENBTGl4d2RCVDJTUEN3TGl4OGVsSjhTT2d5QWdmbndROUVUMnVDQWdmbnhjZWtMc09BZ0M0c2NIUVU5a2p3c0M0c2ZIcFNmRWpvTWdJSDU4RVBSRTluZ2dVT3pXM2pvZUJva1Znc0ErRU1CT1BYMWdQNlFjZ3NCMWlvRDQ4WFhhY1dLMmgwQnAyN1ZYS2hsQlFCQVFCQVFCUVVBUUVBUUVBVUZBRUJBRUJBRkJRQkFRQkFRQlFVQVFFQVFFQVVGQUVCQUVCQUZCUUJBUUJBUUJRVUFRRUFRRUFVRkFFQkFFQkFGQlFCQVFCQVFCUVVBUUVBUUVBVUZBRUJBRUJBRkJRQkFRQkFRQlFVQVFFQVFFQVVGQUVCQUVCQUZCUUJBUUJBUUJRVUFRRUFRRUFVRkFFQkFFQkFGQlFCQVFCQVFCUVVBUUVBUUVBVUZBRUJBRUJBRkJRQkFRQkFRQlFVQVFFQVFFQVVGQUVCQUVCQUZCUUJBUUJBUUJRVUFRRUFRRUFVRkFFQkFFQkFGQlFCQVFCQVFCUVVBUUVBUUVBVUZBRUJBRUJBRkJRQkFRQkFRQlFVQVFFQVFFQVVGQUVCQUVCQUZCUUJBUUJBUUJRVUFRRUFRRUFVRkFFQkFFQkFGQlFCQVFCQVFCUVVBUUVBUUVBVUZBRUJBRUJBRkJRQkFRQkFRQlFVQVFFQVFFQVVGQUVCQUVCQUZCUUJBUUJBUUJRVUFRRUFRRUFVRkFFQkFFQkFGQlFCQVFCQVFCUVVBUUVBUUVBVUZBRUJBRUJBRkJRQkFRQkFRQlFVQVFFQVFFQVVGQUVCQUVCQUZCUUJBUUJBUUJRVUFRRUFRRUFVRkFFQkFFQkFGQlFCQVFCQVFCUVVBUUVBUUVBVUZBRUJBRUJBRkJRQkFRQkFRQlFVQVFFQVFFQVVGQUVCQUVCQUZCUUJBUUJBUUJRVUFRRUFRRUFVRkFFQkFFQkFGQlFCQVFCQVFCUVVBUUVBUUVBVUZBRUJBRUJBRkJRQkFRQkFRQlFVQVFFQVFFQVVGQUVCQUVCQUZCWUNBSWpINnNoNXF4Si9jb2xDSkI0UGdnMEh4OEwxdTZxNzFLcFV3UU9DWUluTXJYZTFseTE5V1ZYc1ZTSmdnY0R3VFdQdFBUanJIYXgzdVdTNkVnY1BnSTNIbjM3cnY5OGZWRXZ0bmJqSTFkWDZBM3Q1UUtBdGVNd01tODE3RlQxbmMyejYva24vTG9kVC9ybFhGbU5KOHNFNFVpQ0F3T2dRdTkzRGkvV3E1b0RZUHZuYlZwcDJBa1gzVnkwV1Rqd1NoWmlJTEFnQkFZN2VuSC8xeXE1VXorU0paOVcrNEd4TXY1bmxIRGhmeHlTWk1RQklFQkl0RHQ1Y2hicFlxYStYUTJrdWZPK0ZxcGZiN0VGUkxHeVB2bEVBU0doMENubHgvUGh2V2V5L1BaYkRuUEh5NEtUdlFUL0xaM0N3RkpDUUtEUjZCWGdGeDJ2aE01Z29pMTNIM1E2K1R6ZTF0MU1wL1ptMGs0QklGOUkzQWU0M0VpTUdpVXcrT05ITDZOVUtTSWp5djVwL3VvKzd3RUZuMmdKQ3dIUUFCZUdabGVnOEpLdmxWU1d5ZXZyZWNJa3MxeEt2K3NTZlk2ZHlOVEg3MzRwVXdRdURZRUtFRGVqSW1NSUJRT2p6ekhHSDJYT3dSdjVJc2hVeXcvRjFFVzR4T2FJTEEvQkdnbFpDb20yaXFIeCtONS9oQllYN2RTOEsvdFBldEd6QmZpZFJSNkpDVUlIQWlCWklBY0NZOHg0N2J0VjNiT0hadjlJaTkzTnYrY2w1ZU1JREJnQkdyeEFEa1dIbU82WXRXdm5kZEZmRkkwVjBrRTRWRm1JUW9DMTQ1QUlrQWVpVVRORTNrNGY5YUtQQXhHVGFoTGdCekZSWWlEUWlBUklFZkM0MnlCbGtHOG94MDZ0bGZxWkpiN1dTNXgrQ1VwQ0Z3YkFva0F1UkdaVmNiUVBlOHI3NFlFdjdqSVRmQVRZcEdYbENBd1lBU2lBWElzUE02YWVlN1hmUzYySmM1bjBia3o3aHBnbEVPSWdzQ0JFSWdHeUxId09LdUdibnU2Yis4OFR5dUJjZ2dDdzBPQUF1U3RVUDNKMkNKZkhzNnlUVGdyMUtFR1B6K1c5MzZKeitlV25DQnd6UWhFQStSMkpEekdicmVBdWh6T0o2Y3I3OG9lNURRNFVqSUlCQkFnbDI3NnRhbXlaamg4c0krNDBmOHNSRDJjZWk3ckY0b2djQkFFMmdnc05uMEZaME1DRlo4dUxlZFZTOU51TDd4Nzl6ZFkxUXU3dTEvajZ1ejBQM1M3WXBJV0JQcEZJQklnbDhMakVRemErbkMycnBYbWsvOGl6MnU4QkQyUzc2aUVNV0lqSE10Tmdad0ZnY0VnZ0hlZ2FSK2JlNVRDWTNlL3ZXWEV2cUYxbTZIRStmeWY1aXROaWlEV25yeVN2Y0hkQ3pjUnh0YWVvR1FFZ1lNalVBNlFTK0h4K08yWEx0WHovSjJYTGwxNnI2MFErNFpzbWhOTmVnNDhpOWYzVHRHZy9YNTNDTDdndnRUblMwbE9FQmdJQW0wTXlONkNjelE4cGhmejFyMzZ6Z1RQaHlNNzgxUmV5MmNia3h4T08xKzJPQ1U3aFR6c0pETjRCRW9CY2lrODVqcmg3bjdkSjkwWFRsSFVVZDhyYk9hZnBPWHFPZSs5YWp3aytzS1NFd1FHakVBcFFDNkZ4MXhoUFJoK3N3bC9YV1FzWDJLK2RyNURMKzJ0ZWUram9vNTVMcFVmUVdCWUNJUUJjaWs4NW9xN1lZaTc0TytPUDZIRGlJNTZiUVJLaS9kUk0zenhaV2xZNW90ZVFZQVJRTVRnQnNqbm8ydHZsZHgzMnd3QnM3ZSsxNWxTY0VMYktsSVlqNmNWZ1g2eEdCak1VUmRsa2hJRUJvSkFFQ0RIdzJQTXNqbmpLOVhiOFFrMTdhaE5OZlMrM0lzNnNNRmlaaUMyaWhKQklJVkFFQ0Izb2kvVGdTbDR4Ny9oVHF4bG8yWnJFUVppcnVoMTgyNTkzdWpzRmtoYUVCZ1VBbjZBSEErUFQrWGhTODlOYjNQOEdUUExsb2ZiTzluS3ZQKzlHSU5xbGVpNTJSRHdBdVI0ZUl4Mzk4T3RQblZ2Z0o2Z2J3TGdRQVFSRzgvRmp4VTg4anRFQkx3QU9SNGVZNVl0akhCOVB6NDlvd3pFekVRUVJ6TTlMMjl5SG1LRFJQVk5pWUFYSU1mRDQyekRtOU1nbU5hODhkZ0FWOTRXeHlXMU1Db3gvSElXQkFhR2dCc2d4OE5qekU2RUt4blY2RjVNeEI5WWxTNGQ0c2NsU0lRd2NBUWF1UjF0RStGeCtTMVR2SyszSFRHa1ZZby9tS2tiWlk3SUMwa1EyRGNDY0Q0VHYxNHc4MmVCc3RKYnBnay9ubFBUeDRFMGRnOU5oU1RKQ3dJRFJnQmJNTTBlNUVSNG5KWGVNazNFeDgzNGpxQ2F1VTRHYkxtb0V3UUtCTERvYkhZQmRhY0tzcFBDZEpxM0NvMGlmNzdDOEhhajA4Y1lqN2NNaDV3RmdXRWhZQVBrMGVqbWlvdzIrandTVkI3MVkxd1Jaa0hFWTQ4Ly9Ya3NraEVFRG9wQUN3TXlUek5jU093VFJ1UVJQdFg1NjNuYWdzVDBNY0tTMVlQYUtQS0N3RjRJVUlEOEdXS2FpNDZtV1hiR1BnaGFWUTBsWWZPY3dQUnhzQTJEeVJpbXAzMUd5UWtDZzBlQUFtUitFN29iODBMVWh5Vy8wQkhuektPaGF3Nm1qN2ZjdkU3TGZyY0lLRUlhUEFJVUlDOVJHRHdUMTkzS1M0SHpSdW5KRDZMZ1cxUWF6cnQrajEyZm0zSEZRaFVFQm9nQS9JOEM1QXVwUC94WUxrOEx0MkpQZEhOMlFhVzE3WmduNzRNNFlFaHllQWpvQURrVkhtZHQrZzlJL3dqZXoxT0ZUY3ZYeG1WaEQzay96MEloaVdFaW9BUGtWSGlNeWVMU090OEZiNmE0OGpOc1h0Zk1RMmZkeTQ2OWVQeHpjcElVQklhRkFBZkl5ZkFZZjJQNmNGanpHYysxRy9tVHdJRDM4RFRmK0k0N2ZvZmZ1Z2gxU1Y0UUdBd0NyUndCY2pJOHh2eHZhVUlPc1VMaHFvaExhTDRENDY3K3A5NFQzbTc2azRZOEdHTkZpeUNRUUlBRDVHUjRqSEdXcDVkZFlkRFdiWDRCbHdFeW1KN1QvdHZac21WSXRHSnpkQzZEcEFXQmdTREFBWEkxTVh1TVR4QkdsamZjdWJTTzJxRFJydW1CMTN5VlJkdTI0YjNMTnhDRFJjbHhSK0Q1U3owcy9JSE5Ib1VIS1dwaVJFM05IbE84c0ZWU3Z1WXNqVUFhQS9GWS9rRWRIOS9saHlFZDJiWlpndTlHSjV4VzMvdExOUE5DNlhrcndYaXQ1QmI1Y1JIdyt1SllwcHYyS2NnMUhPZHM4d2FLTXc5aTRZNTBWTG8rZXowaVh0SW5oQnNLZ1hxNHNjeHJYYVg3YUM4L3NBeUczUEt6bk5FKzRjWVFocmpzQkFzTCtTZEFybTlob3BrOCtEWEIxVmFUNVR5RDJzMXlQa1Byd3oyT0g5aWxBVy93QndYSXFmQ1kzakpkTDFVNTRUeThuYzIvTU11ZUQ5Tkc4Z2RYS3Q4YkJDaDRKQnlPMFNXYmhOQTNBbU4vOW4yM1ArV0tmOS9zV3poZ3JOelR2ZjhQZkZvMTNLL3VGMk9LOXVNQlpVRFpaam84cHJkTXk3V2NjcjljK054OHA1cy9GVXdmeUhkcitSZjczR2U5SlJPL1RIS0RSUUJUUmowT1p6VnJtZGtHNDhkdDZ2UVp0eUduL0t4YnBOTnp2REV0VW5CQVVxdkhvTmwwWGRiVU0rNHRoSHo3bzNaL2trdnVxWDI1U2hnKzJ2VzV4OFZac0VycWdBamdVYWJINGZqT0FQMlkrcmZ5Z1FkZHl4dEJaT21XcWZUSWtKNlpSdExoY1ZhTk9tSnRqeERJMnQ1S1J5eVdSeEtEUVFCYnNub2N6ai9CdlBCU0ZZd0RHWS9YRUhXT1ZsMXZHTytqeDd1WTRSckdjY2RNVW1zOGRHNzBpMExiYk9aTVZpQUZBME9nMjhPTi9kblRTbjB3Zm55YTd0WU5UOWNiKzNpd1g0ZzhjdzBNaGFnaXpLWk5SZ3BhcFhlZElreEU2aDY2eFFsRGJnWnlwNWNmejNvSXREemY4NHF1SmJPQkIzN3NNTTlYQzZHcUU4QVVWRDkxMXIrcS9NS2g1SEN2dWh4UmZNcVpzSWdVVzlLWVBPWlpMSWFmNkJVZzcvclY0NWx3RUhGRkZVRUVYbnh6bnV6T08xT3lmcFZ1cnVZdmxybEZ3MGxqYm5rbG9ybGYvenhkM3B3UjBTYWt3U0FRL2Nkd3BicmhoTWRFaVM1dlhiTVZtRlhkSWxWT2ZOenFLNURzSE9KdCtnVVhGNm05M3JPb2JXbXpQME5hN2gzSENrdGlTQWdnUUhhbTE1eEtLdUdOL01SQXhtTjhHbnN4dzQvakkvWG91T2VZd3NrTDBXZzE1QnBJSG1FUE5tSXVKQWJVUGgyMDBaKzdEOFJnVVVLVC9mR25yQkgzYjJBSXFNSDQ4UVM5eTFicE9rUHd1ZjYyNlk3MkdaY09vRThSUWVIYTdvUVhzdFk4VXZvNFM2ektpbnVseGhpRU5sQUVhQ1ZrS3FheEZZVEhBL0xqWmY0VTYvajNGRldlNldQV2piaTc4ZnRHb1doZ3FUbjI0N1h3UWpiNnU4Njl4TkJLNTVFK1cxVVNGTUsrRUVnR3lHRjRQQ0EveG94YllPZUdNellIUlY2MkhaMCs4RmdHbElHTmNOWGtmTU95RTlzbmExeUkzK1dTL0ZKd1FBUnE4UUM1RkI0UHlJK3JlYmgyUitzaS9SeXQrSDJqSDlGcjVJRWZQNFQvUGs5dHdUdmRqeUg5ekNWZW8xbkMzZ3VCUklBOFVocFBCaE1mbC9aSlZ2SXdnRWxZMisvRWJVTDhHc2lkZkhjZWJ5dHRwa1M2K25XOFZEbm81L01uOWlpVm9zRWprQWlRUytIeFlNWmpMSklGMDNsbmUreHc4Rm83bnJ6UmUyd0R5TFIyMTdPc21ZNkMrMWhiYlBVVGV3ekFWRkZoRUVnRXlJM1NacTJCak1lb1RmOVhsNm4vUWtnd0JhVXpQeUdXcUVNZ2pPYS9udjFpaituZjBiMTNrYTROYVR2SUVGcDdvNmlNQnNqbDhIZ3c0ekVXeWJaOTREYjZuaGRlYzlZQWZSMkR6ajAzMysxNWwyanZ0WkIrdXM5bjEwRWJmalByaXdiSTVmQjRNSDZNUVgzU0I3dlp0M2VtSm5SOWZRUEozZE85Yjc2SG9qMTNrYmJEaDlrZXlxUm9NQWhRZ0x3VnFvcjhNZUpBNG9vSisybEtVNk83UW0xbzhmTkNjZ1loemo5RWFxUDNaby9SZ2V4RUdhTDlONkxxYUlEY0xvWEhneG1QTjhMVlE2d0I5d3ZxaGZ6WUJKMW4wNU1aMUpxTnZTYzArbTIwOFBXTkFBTGswdFJYNUk4UnIyVThIbi9XdmErTTFvOGdadDByR09sL0Z1SlVhZXJaMDNTb21iblU1REpaVVRtMEZadERiZk54cjZ5TndDS1lLNDJOTjRFZjMvbVU3bU4rZGQxdjI4dnVydTArY3dXenAxMHNyZ1JsaXJNWkRyOG5TZzlVWTgvcDNzL21qUDNIL085bm5RcHc0M0J5UjVzY2kxK215cWpLMXg2dGNUZHA3WkVBT1JJZUIzSEYrekdJdzFtL3hjWHNMM0JCWUVsM3BWTDk5TkpkNGZOY2xuMDlGL1BQcEJWejM2Tm40cm0xZkVmdFlHL2tGNzJ0N042MzFhd0NTUWdDQ2dIdkg4TVZLUkllKzM3OGMvblZqMmFWLytMNUdYWmpQbVBsVityNTUxN3o2WldzVTk0bmcwSGFITnNXKytYdzRhMnoreEZNM3VKNS84ek9SN1B4TlRmU0xOMDJyQlpKQ0FJWi9xOHdESkFqNGJIbng2ZHlXdkxLc2wvUVowcVBkYzNYZ0dtaldLTzh2UEhhUzVkZWdVOEZYN3AwNlNmV1NZQ1BSakNmZkpwRG5EWWUrT3NZdE05WDNYQzZLOU1BQmpZNVJ4Qm9ZNWlFNnhWSExEeDIvYmhTTlI3VnlUOWp4TjZZNzh4VGVwbWYzT0xMRzVpZENCNlExb0k1djhialNjZkovSjlIYUsyaG1idXp5L1YrTnVpUXVCdzNKUUtsQURrV0hydCsvSEs3U1J3dlkyNXF6THE1bXF0RGVER05qN1QvK3hpVUNHRzJmWHJOWC84OXI2NkYwL251QnRhdjZiTUUwR1dPWmloc0N1UXNDQUNCVW9BY0M0OWRQKzRXZzZqOVkwUW9tV0kwOFRobXgrZ1FYdmo0bGs4TDFrVVdsQ2lVMVJiNWp4amQ4YmhkamxVd3lmVm5QNU02NXYycUpIZWpJeEFHeUxIdzJQRmplS04xa1F1NS9rK01sdlhJV2hodEYvQ1YzbFhGL3JmTFJYR1dWV2M0UjJzejgveWxkM2ZmMkZ6c0Fua2pXQlBIc1ZrMmNWc282ZUVoMElZanpCYnF6L3UrcFF1SytlT09zeUFCajV0a2hvNk5NT3FPbXhkS09kVUszSmErWkxIcDhKelg3eTVoUEtZZEN2ZytnTHQ3TXZvbmpNdXdQWEhJSmdjSDJwc2hHUVRJMGZDNEdJL3hzVlZuRDdISnJObExvUkU2YXdFaG5HNnB5Q0dGeThBbG5GUWhObjBLbmdJTVRJRXNPdXdMcFRVVEZKNnFKYnc0enovbXlFcnlKa0FnQ0pBNzBSdXlIWS94N3pEYkJTaDFIVVYwclVlMnZZZXpnaE1wRksxNEJPaGFkd2h6VXlxRGdaaXJHUDh1cHpDYjhFWm50MFRTZ2dBaGdESE4yV0lSRFkrTDhiaGxRZ25HRHE2NVNZbmNlbVRISzJjbTgxTVBQNWFCZ1hmZUZPSzhOcU15RTFFVkUvM3Z4WEIwU3ZMbVFRRE9XQVRJOGZDNDhHUDQ2V0lCellaMk9XaFlWMVNVVHhibFhxcjB6NHA0WkZ4eE9JeFRMMFJERS9GakJ5cEpSaER3QXVSNGVGejQ4WnIzYk5iU24xZnQ5aE5YbE40eURmejRSN1Z0YzFhWmEreUVlOU53Qy9wUFQrQnlPK3lqZit1RTg0QUllQUZ5UER3dS9CaCt3SkdFcWhPZXdVOTk4TzVaUldsNGkzQ3VaWmhhZHA0UXFRU0JzRHNlRytabWRHdmJ5VEFxTWV6OW44V1ArOGZxZXVTc09RRnlQRHkyZm95cE11T3gxRklNNVR3M05tZERBVGpoZWh3RHpFNWdsYzQ5OFBEb1prMjZHNDJFeFk4TlBuSk9JSUF4MURobklqeTJma3hyRkV1RkdpeHQ4RnVYR09sV0ZiV2J2UDJYM3pLTit6Rm05bUl2RHFHcW90NzlwV1E4M2g5dTE0dFVDODY1cFl5OWtQaU9tcGwzb3o5bFhpcmFCZWZpcVE2RUp0dE14UktkV2x3dWVFd0tLaVpOV3AzamZveDlGVEVWQXhpUC9kb2xkNk1oUU02cFE5ZEVlR3pIWXd5cWJ0d0FQMWFqWkRkWDA4NG9uMDdBZzlGdzBTK0t4OGZsY1p1bFRpWUhlbCtwNUc1YUJPZ1BFZlVNY25jcWpvSVpqekhGRVBWamY5OW1WTWVDOTRSSUxNRjhoWmJDdFJHTTIxd2dmcXp4a1ZNU2dRYThjNVpLUjZPYksxQmcvSmpHNHlYaVZBZWU4MVFnZ21DQS9xd1JwMGVic3ZBODUxMEJWQnIzNDFaOHhrUG1qME5BSlI4aUFOZFJZK0NGMUxPVThXT2FvMk9QVnlvUUs2aUIvT1NEZWY1TjJWdlhvbzlvaWhjWFMxQXZMb3I1Z0lUc25IZWwyUElKWjMrU0pVcENFSEFRb0FDWm42M21Zak1GeEdqOG1PWXJmRDlXKzhyYU0zK0JFc3pDelR0cS9lU2FpVjBzR2RVdTJZeE5OT096eXEzby9nclpmMnh4a3dTK3VhRG56N3FmVGFCaC9CaUxHY0U2aUhvWHRMYVN2ZlR1L0xabnJpVGtRYTZWSEJGUmlITk5HTW5FekYxMHY1dnNQemFveVprUW9BQjVpY0xiR2NwRkR1UEh0S2xvcGloZjBPUDR1Y1IwWGNGSjE0cWEwaWhvdUNnMmk1eE9nYys4SnYxQnQzQTUxOXM2ZlNJTWp4K3kvOWdGNmlaSnQrQUxrL1J2VzZueDFQcHgwNjU0RURSemVUNUY1N042dW9QU2lRTXJnZUcwTUZ4MnBzU05RVnJQQVZhOGVIcXVKQTVSMlg5Y3d1K21KdWdBT1JrZTIvZ1lMMFFyejFWd1lSeWZwdFJweitXaVVPSUpzUlMwbEdhVVdaWGhPOHRMaFVaWjlQMDhVeWhuUVlBUTBBRnlNand1L0JnRHMrT09WVDNqY0NvMjhlQkRpMG0yS1o5Qy84S01tNEE5M3JwRVNVd2ZiOUVaS1M4T2tmZWxGU3J5MndzQkRLejVVam84THZ3WTRVSGhYbGlGVnJIczZlUXFucTBVL3JscU16cXg1cnIyU001ZmhkdXdmTXZldjJ5RTM3b0lkVWxlRU1peUZ2eDRNaDBlRjM2YzRRdHNGakNFSTJwd1BtdGlXbHRVU2t4RWd1RzJPN2JqVXFMUnVXbURqZXBsVjBrdFhOVjJDeVV0Q0RBQ0hDQ253MlBIanpIVnRXbEFXekFUWnhpWXY4a1FFMmVNczB0aDBVYitpQ1ZCQmU4MXFwa3RvT2U5WjBkRVByT1dWeEtDUUJ3QkRwQ3JUdVFic0dFQm1nWkxISmdzczl1SXE3bFpONm5tK1cwUDNIdkxMZS80VWUvbFVDWEN2NTNJOHNhRU01ZEdLeXhibVBuQTl6WVhXVUIvbFVXclFMWHpPaWtuUVNDSlFCTnVGSmtGTS93VDl1a0xjMjFtb01RZ1BxMFpNTnFhNCtINHVObTBZa1ludlJCU2ZLR0NkbTVjeGgrVWY3NnU0dWhLZDZaZ3BHOEVGT0dNU3orRTlHaXZUd2lNUGZrUUxKQXEra2FnUlc2NGttUnYyMW5kYkx5Vy82UGlxOXZoT0tPNHhCdzdNekUxWGNkblRUa2U3VXlTdnM5RlN4ZHIwd3NxYUw2cmNISGlPUlVSdDdMRFRUVDU2NG1wT3JxcnFSS2hId0VDTkJ5YUlDR3Mvc1dYM2s0Kyt0aExQODRsTDljUjdLdmRrTFZOSFByWVhRODFJSjg3TVlRcHh1VEh2RW1QNWJzWWprL3R3cUhKZzhkcnE2YUV6eWNqNGg3RDBES244dlZldXUrNm1yNzZlOGxKMlZBUW9BQTVGUjR2R3dmVmdmRUg4dnpIL3Z4RmY1em5UN1dtdkFtUFo4VlJQTDFaQnNTM0VhcDNKVnlkelVhNzJQM1pnTjQzcndVWDFVYlNPbHZGa0JKcjRUS2tYODlZalRhc3luRmNFR2ltdytQbG5Zc1AzSExMQXhkcjVnRVBMa3pIMTFyYlQrYzd2MGVaLy9hV24vMWhGSmdBMnBiek43QzJuYXhPMW0yQWpjMGR0ZncyL0M4RFdHdjVsZnpxa3MvZE5zK1pQbm5RdVR2djNuMjNQNzZlS0tabjRwVnQ3UG9DY1M2aEhoSUNyVjdoY1dqRFM1OVN1KzJkUzVaYTZUcEQ4NTNkMkJXQnVHWGE4dHZFc3JzUU12cVUybjNyVkhUKzdUdnY1QVJsOUxHMmx6c1p4Z09kRWFSZkNjS3JlbkJqS09rZlBad3JyRlN2RUtJSWpBVDlGMlZLRVAzL1hZTExsaU1VckdkdmxxVlB4amIvbE5sNDRmd3dSajI2V3U2c3VSZmNTSGtWTXJTdjRUK1Joc1dTUDF3RTdwalpkMzF0bXZrdGptYmttV3dpT3R5UDlEc0xjZFp1NWl5cUdYenFETVh3MytaZFc4czlKbkcwQVJkU0w0TU4za0RST0V3RThJeTQ3dW8veVROb0xnWHp3dEdQcTBEU1owdmxMc1NlRWxQTSs2WTNFZnRnQnRFWlh5dTF5SzduUVAvWW9kZ1dWQ3Jad1NNdzZrd0RrM1k4OVpVcW1YTzJGem1GOVQ1WG14Y09Jd2pGbk1vc2JVeWxlV3g5bk9pbjNuYmt1ZFlva1BQMWc4Q0kyL013RzB2TUplT2JrWmdaVFAzNlo3TzhPYU5VeFlFSmlPRlhzQS9LZlZEb0ZCUGNhZlVuZXl5RXBxV2s1TGdoRUs2MTRaVU94OFN4cjN3Q2NvbS92enZkM3oyNUVsd3Bqdm9CSmpkb3doQ3pMY1dFY2FXdnNQeDhmNDBZb0tXaWFoZ0luQTFpMzdQZUJESnUxSXNaZHJNdHhhcnUwMEZIRHNWVDZ1UzFkWGVDOEZUOExoSzJwT3U5dVJLV1N2NDZRY0JkWGlhVFQzaWpXQzNISlBGNXo3V2Rkalg4UjBTbnhFMjJZcFBQTHNOQTByeUg1QzdYK0kzK05qM1A5Um5sRDhSS1VUSTBCS3ErbXkwWE96djVFMFB3NHpPcGpmWVhmTkdFaVkyOVo3OFNrdGRBeHVWSUM1YXZjeWFxMS9xcjl3SmFLTWYxajREL24yQmozcXNidEJOdUd2OVNNeGx2NXJnVGpjWTVRQjJMVEVnbm1mZGRBRXUzZmVGejd0anNGM201cy9ISkdJOUhNc2NmQVR6WVhTNnMvQlB2b1l6OGVENXJKOE9IWm5tT3JsQ2xVMzNOZnBXa3JwV0E2WXBWWDRiWFJYeFNORmVKVERSR0dZVjR2QkhvOEFZZlpTUDJLRXc3MW1JU0R0dVYwOHNKRi9vSVFUdjZiMU1kdFVOSVRwVDJoYlQ4ZGNwMG5mMU9nNmMxU01seFFHQU1iempOSzBPd1RjajdHNUJLL2tsYUdYRmQyN080ajlXd1NqK3hoNmQwWDVrRldnYnhqbmEvRThQTHFiREpVeWVaWTQvQWFEWGZmZlo4bHIzMUQvUDhjU3VldVhNUHIxZWF6aEtaVjRqTTNKNzdIcys0VVVzb1ByaDhod0lnNytpR0JLL1V5VXk0VDdZT1haTFhHd0xuZmdSeE1ONFJ6Zk5uQnFaalgzRzMxN2gyZHMreHJHaysrQlpvSG5DMjZTM2ZRUG01WUY0OFhkOFpkdzB3elNZbDF3RUNMM3JPbGRyT3ZhOWFLcGw2L3U3ZFY1YUlEbUd2Zlk5bnc4Y3ZSM2FReVdyb3RxZjc5czdrOVBnZzdSTmR4eHVCa1Y2ak5VeWZjL2FmRGJNbDV1Tkl0bzZKdnVOeUxGZXVXekZKM0tRSXREL2ZxK0huK3BqUTZDWGZieGwydXdWMkxJZnp5V2xWM2NNSjRkTUdTTW5SSXpEYWN6QnJGZCtURzZxcG1DQjh4Sytnc1dma2J2bnJoeFQ3MkFvbGNRd1JlUEY4RDZOK29WZGhEN2xyTGNMcldOdStUTFVVOEx6dzd0M2ZZSjRYZG5lL3htWHVoTEp1b2FRRmdjTkJZQVNibWZUaGJGMHJ6U2ZqUDFCcXZBU05EOGlvaERIUC9WS2RvY2xaRURoa0JQQlJXM3ZZcXJGdmFOMW1LSEUrLzZmNVNwTWlpTFVucjJSdmNPTjI5MHQxbm94a0JJSERRMkQ4OWt1WDZubit6a3VYTHIzWDFvcWRJVGJOaVNZOUI5TG5qazdSb1AxK041eSs0TDdVNTB0SlRoQTRUQVNXdytIM1RMQm5lbVJubnV5cDViT05TVnBxZDJlWFQ4bE9vY1BzSzZrcmpVQTdISDdEMTc0NzZudUZ6ZnlUdEZ3OTU3MVhEYTlPYTVZU1FlRHdFS2dId3kvMlRIdnI0V1A2emF4MnZrUDBOVzg4eGlhLytjTXpWV29TQkpJSWxENXN1K0R2amoraFA1RFZVYStOWUlhamVCODF3dzdzcGFSbUtSQUVEZzBCZkJJbVdIQUovbm15TTZWc1FmeXhpaFRHNDJsRm9GOHNCbTRXT1VrSkFrZUZBR2JablBHVnJPajRoSnAyMUtZYWVsL3VSUjNZWURGelZKWkx2WUpBZ1FBaTNNOFdPVW8xM0ltMWJOUzhmNFdCbVBsZU44OG4vZU9Oem02QnBBV0J3MFNnL0QrVlRXOXovQm56L1ZqOWwvS0JiZlovZ0FLNlpBV0JRMFdnL0QrVmRXK0FucUJ2QXVCQUJCSEUwVXdXUDJZWTVPZW9FWmdvUmJpK0g1K2VVUlppWmlLSW81bWU5L3RLNmxHM1UrcS9zUkhZS08wS1d2UEdZOVA2OHJZNExxbkpwMWdNUW5JK1NnUXdMVHp2MTErTjdzVkUvSUZWNmRJaGZseUNSQWhIZ1FDbTA0SnE0MzdjS3NVZkxOYU5PbjJnVWJLQ3dMQVJLTDFsbXNYOWVDNitjaWZqOGJBN1NQVDNoVURwTFZPczJBVVR5cXluUEc0enVTYlBlWDNCTEV6RFJRRFRhY0ZicHBrL1gyR3E3NFpmQjFBRjRzY0dJRGtmSlFLWVRuc2txRC9xeDlpR1lSWkVQUGI0MDUvSElobEJZT2dJbEQ4YW0vbnJlZHFDeFBReC9qNTdkZWcyU2dXQ3dGNEluQ2t2WkRSaUN4NllQbzVGelJpbW5kMXZlMVVtNVlMQWtCQTRXWGJFT2YvRG9hcGlUQjl2UlV5US9XNFJVSVIwK0FoZ1d2aHlVS3YvbFgxZENMNUZsVHp2RHNEWTlia1ppRXRXRURoOEJKYkwwOEt0MkJNZHBvOW5sWFd0YmNkS2VSL0VBVU9TUjRkQTFWcU1lUUFBQTBaSlJFRlV1L3ovMThIN2VjcTJwdVZyVHpyV3l2dDVEaGlTUERvRTZ1VVg5eTk0TThXVm4ySGp1dlp0MU81bHgxcDVYOW9CUTVKSGgwQTNmemlzL0l6bjJvMzhTV0RBZTNpYWI5ejd6NUx3V3hlaExza0xBb2VDUUdSNUE3SENpcTBiODh2MEVTR011L3BqQUNlODNmUW5EZGtLU0VJUU9Id0VNTTZXZHNlRHRtNHRXY2g1UHh5bTU3VC9kclpzR1JLdDJCeWR5eUJwUWVBUUVNREhqOHZMRys1Y1dpZm53TGhkMHdPditTcUx0bTNEZTVmdkVBeVdLZ1NCQ0FLSUY3Wks1RFZualE3ekZCaUl4L0lQNnZqNExuK1hSVWRlQnluQko0VERSd0RMZE5PbFdodU9jN1o1QThXWkI3RndSMEZ6cGV1ejF5UGlKWDFDRUFTR2pBRGVNdDBzVmVIKzMvdEMvZ21VMTdmd0Q4UGt3YThKWmpkcUVmR1NQaUVJQWtOR0FHK1pycGVxbUhBZTNzN21YNWhsejhkZlZvN2dMNGdyM3h0OFBRaVBoRFJLeXlFSUhDMENlSXdyRzNESy9UajNjL09kYnY1VU1IMGczNjNsWCt4em4vV1dUUHd5eVFrQ2g0WkEwM1ZaVSt1NHR4RHk3WS9hL1VrdXVhZjI1U3BoK0xMc1RPbGxrcUpNVW9MQW9TRlFqVHBpTFYvcXo0SldaTmF1UDBuaEVnUUdpRUJzK3BpK1ZPalBTaVFyYkp2Tm5Fa09LUkFFaG84QVp0TW1JN1cwK3Ywb1JUZnlsQmpSSnlSQllLZ0lZUHZ3NVVnRnA1d0ppMGl4SlkzSlk1N0ZRaEpIaUFDVzgyTHpadjM2NStueTVvd2piSXhVZlRNaThJS0xpMW1XK3Z1N1puL3hRa3RlbHI0WlhlYzR0Umt2MW1FajVrSmlRTzNUUVJ2OXVmdHhhcmZZY21NaGdJMlkrTU9FVG1TWEVMVnpwUFJ4bGxqcks3SEo1eGlqMEFTQklTRXd4MzY4Wmw0ZURXdnBQaGhTSXZrUm1UMk9vQ0trdzBTZ3dYOUxtcHh2V081bkpXUkJOZ2tkWnBkSlhSRUU0TWNQNGIvUHcyKzdHYzdUenRaTlF5dWRxL1RHa3h5Q3dCRWkwTWwzNTdPVDZRRzE2LzAzYjlUUTgva1RvM1FoQ2dLSGhrQnJkejNMbXVrb2VHSHZxWWhXUDdISG9UVklLcm9wRVJqTmZ6Mzd4UjdUdjZQNXgvZkNaUTB2UE1raENCd3RBcy9OZDJQZnY3Skd0ZmNLZmsvTEhpRUxsaVNPRG9GN3V2Zk45Nmg5Wks4OWIrM2dGYWNldXFSSUVEZ3lCQnIrbTlHaEhhTjcrWGtvSUhsQjRDZ1FPSnVlekNCek52YWUwRGdLcTZWT1FTQkFZQzQxdVV4OGxlaUd6MENEWkFXQm8wZGc3SlU5YktoOGJZOUNLVG9FQlA0L244TGdBSk13TVNJQUFBQUFTVVZPUks1Q1lJST0iCn0K"/>
    </extobj>
    <extobj name="334E55B0-647D-440b-865C-3EC943EB4CBC-8">
      <extobjdata type="334E55B0-647D-440b-865C-3EC943EB4CBC" data="ewoJIkltZ1NldHRpbmdKc29uIiA6ICJ7XCJkcGlcIjpcIjYwMFwiLFwiZm9ybWF0XCI6XCJQTkdcIixcInRyYW5zcGFyZW50XCI6dHJ1ZSxcImF1dG9cIjpmYWxzZX0iLAoJIkxhdGV4IiA6ICJYRnNLWEdKdmJHUnplVzFpYjJ4N1hIUm9aWFJoZlY5N2JtVjNmU0JjYkdWbWRHRnljbTkzSUZ4aWIyeGtjM2x0WW05c2UxeDBhR1YwWVgxZmUyOXNaSDBnS3lCY1ltVjBZU0JjWTJSdmRDQmNibUZpYkdGZmUxeGliMnhrYzNsdFltOXNlMXgwYUdWMFlYMTlJRW9vWEhSb1pYUmhYM3R2YkdSOUtRcGNYUT09IiwKCSJMYXRleEltZ0Jhc2U2NCIgOiAiaVZCT1J3MEtHZ29BQUFBTlNVaEVVZ0FBQS9NQUFBQlRCQU1BQUFBaEprcmpBQUFBTUZCTVZFWC8vLzhBQUFBQUFBQUFBQUFBQUFBQUFBQUFBQUFBQUFBQUFBQUFBQUFBQUFBQUFBQUFBQUFBQUFBQUFBQUFBQUF2M2FCN0FBQUFEM1JTVGxNQUVHYXIzZTlFdTVraWRqSlV6WWx4cGllTEFBQUFDWEJJV1hNQUFBN0VBQUFPeEFHVkt3NGJBQUFjamtsRVFWUjRBZTFkZll4c1dWRy9QVE52dnI5Y2RrTkVzWnVBYk5TWWZzcktaaU5yRCt3K2lScm9BUlpXWVBGMndvSi9hVC9nSVFTRDNXUTFpbWJ0U1dURGhnU25UZHlZYUtRbkpJci9kUnN3TVpyWXN5NExHSVZ1NDJja3NXZDUwNzYzSDhQeFYrZjduUHM5MHpPN21uZVQ3VnVuVGxXZHVsWG5WTlU1OSs2OElMaDEvWit3d0ZjYU0xRno1ZTB6RVhOTHlNVlpZSG02TjV2QjZsZG5JK2VXbEl1eVFPMzVHWTEwKzhuMmpDVGRFbk1oRmxoaWpSbU5zeEsrTVVaUzZkVlhwdmU5S3FianhVYmRkbGY0d0krL09KTzE5T1VyN1BnTkw3WUJndEYzUEJYVzc1cCt5MFBsYlBhUG81WmNiREc2UHBWVHhNV1IvU0xYNjJaVTQvTlhvZFJoMHl1TTVhcU5MbkUxazM2bXVaU2RDOWs3SDdqL205Lzg1djN2Wk84eUhQTnNiQm9FZ2E3T0huSnhPVnZyN05DblhLd0xyYWNOditkRmJqOHNyV21aNHNJMHFySnZCd0hXeE9VY0l5NGtlWjNqVDNKSUNJSU5TNGExMENjM1hPNlYrclFTREZuRnhlWnNUYTU3aEtVYVk4Yy90TkpoN0RtdjUwVnV2Z3pXZU5QZTQvanRYcmdtTDUvK0FZMjV6dkk0YnQxeVd4UjhJWmZ5aS8vOXlOMGY1Y3hQL1c1RmN5eXlaelRNZ1NIN0VHWWsreDhYbTdPMTRCdnl6ekJnRzVFRXQwRk9HUmRDdGhZeWRoTWpWUm5MWjcwWmFyVlNmMUpJRzVKcE1pOFpOcm5uSWo4N21leWE0RE5nZnJkdUFiakRXOStyakVlQlViNGtZa3NpZUlXNXV3VnlPVGR0aTNrOVB1Y0Z0K0Z5UGhlWGNEKzQ0TEVmVTZGeEtaZE5TTlhFYTVCZjkza0ljY2hIWHREcHNiZVJ0S28zSS9LTzBEdDJLRW50Q21FQWVBTTVkQmZkb0NuSmt4NEJrZnJrZkxVcGhXMDV3THBZWmhuRHBTVjcxOXJwZ2tpT1RUSEhucldiRkpuNUl1aXpYUWVmdDNISktSckpzTi9sckdWQWpieEN6cCtPcHVTWWhpa0JPRjF1TzdXU1M3cTR3dURiMldMME5JMlNUb29rcXkxdjlaVzlkTk9VNWRoV3JsZ1VWV2JPNFJ2Q3NHSk5VWTBwb0NqUHhXT29kSkpCYUtTaGkxS2p0Nk5IOGlLd3hydEFuYkg0OUZ0aVJwVExFdGRxcW1Vb08ydnV2Q3VGVXRvbFhnVEZTY2pBMWEyNHZnSUxzejNPUURuVnF5Y3pCSjFuOXo2MGtkR3VCVERIMHN1bnpkeW5zK25XcEVXSVVvYWVES1lxVkt6RTBXeTZ1VHVPeE1KTjNQaTI1bmtZSG1wdzZnVldKSTFZQXd3dGRTaTdpSGdmTEFNc0VwMHNpZWNBWWgycHhOUUJPSmpWRUgwZHk1TWxMcGhkTGdMKzVXUkMzVU9IT3J1NlpRSGxRajRhTVhaa01TOTVTM0hJWlBXSkFHMlJGUUFYTEMxclJ1ZE5nTFNaZWtsY1ZPdXFFSXExNE9XOE02ZzR6T0dMM3FFZUFGR3hyUnZKUUdLeUw1VHFFV0tjbE50M3gwYThsM0VRcmo5SVZpYWxaOVdjM2ZERGlLNmdwVld2ckozQ2ZURmRReWlqMWg2dCt0Z2xkUnBWcXRtUFdBcU5YV0dnY1o1aHduamJGVXYxaTNoUWU3U1c2MkFzaDZ0Q0Y3aStra2VyQ0UzSmVKaWZQbThMQ2xwb3A0d2prU0hPaklBcGRiU3JBVDQ2czBRcElJZnJONjJjZ1BVd3lETjBGVHBXb29TYmNjZ29tY1JRM0cyWTNwS1gwYkVjNUp4RW11NGF1aUpRVFQvT0JJT3BJRTlsM3V6S3FTTDZSR25KQ0RyYXRRRFByUDdNNGZyeTgwYWhyWnlySVNIWkYwdjF0TWN5UXdlcnFncVR1RkNmTWNEMVk0dXdBTmhVR1lYWDl6Si9pQmNJZXdYRUZDRmRsUE0xSjg4K2pLREw3QkZncFdSTy9tU3lISzZmWERYc1ZWVlpHVlFzbEpEc0o5YWJtRmcrQjRsNVptMitnZ1gzcVRHRU90NEFZZHZoek4zWVVqSjVqTitSZkR6NEYvTlE3aEdEbWtyYytWaHE4TGF1eDBJMHJJV1lUMElTVlE3WGh3M0RQRkttTXFoNENFcEdxNGhpcVQ1bzZ0MFdINk92VnFnWUVmN1psV09YOCswN1lqUmRVcEVFSWt6V3dGUmlPaFBFY0owSlZXemJTQWQ0dXNxanVyY1llNXFtMmE1ZnRGeUl3cXVkSnMzMFZhRmt4VFFGVkN6VkJ4T3pyb20vNDBaMWpEQVdZb08rTHZna0l2ZHRUcTBvakdYU08rUTVWVVp1Y1RrSUl5OGYwM2w0cWxmcGZZMzBVcUV1blM5SGI3YnI1NzlyeE55aExHVlFDUkRGekIyLzc1STFpL3krbVBiSUxXYzliOVJOQ2h5ZWV0VWp4WXZBSGtKZm5WMHdxeFErUnEyem9aYWpaa2tUeUhQUG9hU2dOSHFSQVgvTHFpdGFlZU05ZitjZFNleTlDQ2J0cWIxdFBTS09UWTF0cG5ZVmxtemI3aXNBMThYZWdCdFZKMkhJTS9PcWdMQThwQXZGVk9XenNDc0Y4eEJndVNQUGVNazAyYXQrdUtPNVY3MkZwenRpZ05DcVRsUjNxSkt6UXFUZXZXMzlwbkUxc2FHcTE2NXFtZGlmS2pHbXN5Yk9CaUROV2s4amFtM0hVTThBMVZRNzBueXk2cVNLQ0V6eTB5VVYvZlB4cDFCbHU3N1QxdXc5OWw0Tlp3RTlxRnh4aVZaOWhOdnR0N3h0L1lhcXlBUmQzM0lWaHVyNjNEbmJWWEZFMG9RSVhUWHlhc29KTVRtRjVTR3I2WEk5RHpWTmYxTXZiMUhyS0E5ZkhwcHMxOWNiK0REckdwdSs1ZDlmeGs3MjhzamtOREhKdm1DcTk3YjFXMjV0T3pHdW9qMzVJTGRpTG1GZjVNNE9HZld5N09MVlZMR3l4QldhMGxvUkgxMmtVRGhkZEtSczl0TjlhdTA2Qkdkb1pMcStSSkZ2eE40WjByRGQvQ01oT2JpK0NvS0NxUjV6WEdkempOdDBDeHpvbzF4Rmlmb2d2MllPNVpad0JhU1pJRVdxTzBNN0hHZHJ6QmR6SGEveWRJWFVJOFVPejZhQTRjNTAvVHJNdjhMdStaN3ZmWTJWWEExL01oUkdrbjJ4Vk85djZ5ZE9xS09WT1pDRDA5TEEvRHpWdGNEWEZGL25XZ1kvM3JIMk5hY1NuTURVMTFvbkVMam9QaDdOSE4zV3FEVjJLVTdmeW5UOU10a2dwREduOVVKcTB4UWQySW9WVFBYK3RyN2w3SXBzZHlNekZFcWd0bEx6UEpQeTBsbkw0RXZ0bk43WDJ4K0gySG9rd0JNeS9JN3FES2sxVUsyejNqTmR2MEJIQ091UGZPd2p2MzF3UjZFOEZVbjJCVk05c295enprUDFubzQvTXFUcmJJRE1vRDRiTFd3T1RDSHc4QUpmci9OOXN2Q3poVVhsWVZndWVDSlRKMVhHVWpKL3o2RFA4L01NbDBxVDZmcXkyVXhnNkwxVVlVNW5KTmtYVFBYZXRoN050aVcvYVIzeTl1VUhxMVozYmhCYTRwbktaR0gzMnMwdG9naGh2by9adFVSK2pPdnFOYnZ5TTlQMXcwT3RTTkFyVkdPRVhod3VtT3E5YlQzbVhkZG9RdG5nNUhYeUdsbjdQSXNrRjRpVG9RYi8rdG8xOEtsUGh0TUhYVFNoS3AxUTl2S1RKbGN6NncxNkxoSEpSSm11NzR3Tjg2VkNFYjhIblFlR2VjNXhuY0VuUWQ2MkhqT2hZcEhDM2ZaMVpIVVZBbEhnUVd6SGxpWGdjU0V4T1luN0JmTUkzOXU1dXVtMDVBNVorcHYvdlBmS3dNR3QvZkMvZlBMK0F3ZmxOREpkVDl0NmRTMFhtclJlc285TDlhVTdyMHcvc2EzRXUzZHZXNDhGMExBSVhIc2tSS1B2LzhJalgzM0lZZ0w0eFMvYy9kV2ZzMUFJSm1QYXZFYXVoa1UwS3hBaEpzVVZNYU9RRGJ3cjRlME5yMWE2am9oOTRrd1pMOHYxSmZ0VUMrWlBFZVdNaTRhWDdLdlArUVRCZW91MHV4bkJjOFNXVmNnQmdTQmdqVTI3c2E3azh6S0R4Tkt0RGlwM1ZGNHBQVytSb0lTNFROOFo0MnBJdElpeU5zMnM0RW5CSWkrQURheFhkVlZxSGNVcnMvdzAraXdEZ2VybFY0Q0twK2JZTE5mVHRsNWZNSGhiTjdLQjBFbjIwVlMvTW1Mc1FmejNNN0dpbWxZaEJ3TEV2ajFEUis1UkQwcVp3ZW95Uk1Ham9WOEZsSzRCZFdTUndPdUhRY3kyZm5ZcDFRejJlVE85RERJVjZ1UFJ2RzM5MVNRR3JIdS9xNnkvWS9KN3FKM2xlcjZ0VjR4WU16c0sxdmNmUGVscTJBVjYwSHVnVURHcEhyUDRvYUEwWXROdFJXVGZKOVo4Qng3bkxCWVpuYm9vWWp5ejNwSXJuTHJYWFQ4RGphTFpzUjY1bnE5ekxZTVNWYUdpUmcyV2NjY1VmWGNHaWQ4TkMxa21ENmxWOFdsVSsxTFV6MlV2NWlsU2NjOXlQZC9XS3hhWTdVakI2ZzRuSkswUUo5bEhVejNXOFExNHM1eHdOamx5QjNOZEQzZnJjQVFCYmxSWHF1SHVIZ1pRQjU2aFMzZDFrV21oaVpWMyt0UXlXMXBGZU5iN0QwRHFheitZZXUzNVkzUklsYmJFdXJISko0VWRJMVlZK2dtbTlPZlcrSjJwMWZoZ1pPeWc3UGc2eGlSREtGZUo2TUVSVHJLUHBubzgxeUhvc0JoZWlPT0hYT3BXRjc2UzNWWndRRWxRbDdyVjVQTVgzODhRSUhaelJsS0lRM1ZlVGJrbjVWY054V3dnU2t0WlZ5VDhqWWlqSWhVZ2N5WXVzd0IvWU1LcFlZakpQZnNHNGc0U0VYOUY1azFnYit0eGxoL2RuTFFnS2NsT29SV0tJNmtlUzQzSFdFeG1IV3ZsUTlMTkw5N2dIcXQzMzhvR05YZU9XRlRrNXdPN0RSZ3VjRERrZWw0ZTYrTzdFY1BWY0lobTBPaVQxS3pMVjdaT0RIdHlkRDVCRXdwOGtIU2lFWG5rTEI3UU5KTVZpSVp1ZTF0UDVWQWtFSkoyTzFJNS96WkIzMEFnbzZsK0tFc3dyRXo5ZEpZQVdpVU5xKzI2SHMrZ05Rbk53ckRvT1lqcDVhTTJUS2JnWFZRTjhPeStxeWd4c0hsRnJwQm52cSsxU0c3NjlRNS9sQkQwK3ZodWk1aTFsajRwdGpOWGZadzVBNVk5OHlRdy92cHBuem13dC9XMEVvOThpaG9rUmNhVVJHWDA3UWg0UVQrQjdLTnRWcHZEQUxvU2FkMW9qbHROQ3NwV0UvTkdHWUZTNExiVlpZTUwwUUM1WlRJRnA2UlZ6NDJxSGdLUndzb210clN6d1dzMXZRNXlDeUpWOUhMRU0wZDhhU1JoQlkxTmkwTndWOE5EMmMyTU1zL1oxbE1sckF5dVpUU2hUOUlBdEhKZkVKU1JWRTlCVm5nTWdESzdsc3F6dVM3a0NPM20rcXJod2NwT09CbWdFbEpYQkVwMDB5dDlRa3pPTWxUUWhzTkFWa2hSYkRPNHI5V2poVmk2V0FxSTVnbGExQkltaTJHTDhiT2Yyenl1RE5jNzIzcmFZQjE2L0hSd0V6R3ZvaUhWWlI2djd5cWt2UGUweDBBVWtjclRraVBYcmZEQlBaYUNFSzExN1BmR1FHNkw1RWEvOUNIWDcwTUZsWm5jZWVBTFBGTWJwbW9YRXNBUG9PVGFvYTFKaXFrak5Rd0c4bk9iTjNhRzY1MXRQWlZEbHozK0lQaUxqemNpT0lXWUtKT3UrekdkSGtSVXBQUjgvcndBUDFnZHQ3bXVSMjlGRHRKTU1hanZaN0Q0cFEvTnUzMm9vT3ZCSGpXMnBmRFozajZRSEo5aUIrS3VGMVlTaDZQSmt6ek96MzV1ODhiSWNMMnpyYWNGTWZENDA1dGdFQ3Q2d1U3VXhFTzVZSWN6VTY0KzRwRHpNL0t3aU90N2hnQ3ViOGhXemVrd0pBVDVmZ2JLaEF0QlNwbWpEQlcwZ25YQWlSbEU4SnoyZDZXdVkxVXVFWHloSzl2d2JVZzdrUy9HenpFeHoyYlBjSDNaaWFWVll5QmJSakpNRHVacmQrZ0ViekNVMGRQbGpGUldxY2V6SkFGN2FEVnByalJNRzB0VFRnU1lKL2s3RGQvUGZNOW9pZUVuUEpkNW1hZktVSnFKNHU5eW1kRm1CdDN1UnJKTXVhVExycVRxQTQ1cy9JMkVHRDlQVW9JRUdETmNQMVFEOHpGR0tWWTJTbGdRVFZ0ZXJOV2RLVVRqb2tjNGowNHExQ2lsMzVoMkJUdXFGbmVGWUlZTVJCZjl3dld5Z1NueHJNRzdVSHpwczIwVElhYU8rZVpPblMwZ3NWZ2piZGJ2SXkzWEhnM2Y5enMyVy9DNWErR2J1eEt6K05HVHNRVC9sdTZMOWN1eTZkOUtkVFZqL1o3NGRnaGRkbVJYRGJESyt3SjEyNzNoKzc2dEdKM2N0dklmOWZzYWlIazdxamZ1bnVINmpzME1Nem5wTjA2ZWg1dEEzd1lkb1kyOWpwRXVBSmRBY2loN20vcE1sdUlGR00yRjFWZ3hyYUYyUGFxOHRzRUhwVmMvUGYzV2dVUkFpTlgxKzllT1g0K1VxSHdzZWpBN0tyUnhGRE1VdUgzQWVqOVZxbitkZ3Y5YTYvZ2pkYWZNZVEwNy9zaElocTFTNjJRMEZVTTIrZlRjVHk1ODk5TzlZV25Md1JHVWtiYmhlZitxVGZBbE52MTZuZjJxUk5tNWJhM0ZuaHBkUjI1cjIvUStuT0g2K283RkFFdEtQU3hrT2xnV3VpLzRkUk05Q0d4S0Y1Mm55RWVpSUNFOWc4eW1RckFnUTk5WVFQVGIxMDd0T1hSNDZQZGRZemNPQktWVDRuNkpuZHpMTG0rcFlhVXNCSk1HTHp5VXUydlFRWWVScGVkd1Bqb09lamUzUVdQbGxiOWl2N0FYbERvaWk5MStZM3REZW5URWpkM1J5c2xCekcwdWVWWVlJZ05Ob0l5MERZOUdlNllyZUJtN2ZoQ3N0TlNDc00wellaOUd6NjlZMGN2aTAyQzY2MHM2RkJORDJaVEJtajhEb01XTFNCRko5UlRsWlFUWkI5Z1dZbERLS2FzQks2ZUdHa0ZURWFLczZJSlF5U0YwcWNaK01nZytxOTY3MmFYUEpydTVGM3oyUnRNTG1sQmtqeDhhUzlmenhUVWdXWFExcVE1NFp2NkVURDR5VWVqbDdQbzJNUE5pUXJmYWVQL0Qzd0JnZWxhQXI2WHNFR3IrSWdCOTh0V0VQYVRyWVJCSDlYVTJiWUJ4VXlMdDNQWktqdHM0VGxHRGhreDMvYnBUZ0hWOGI1Q0E5SXZXOFFtK21mQlRQWldyUjRKMUNMQXJRQW9BY3RWanZqL3ZpcTdiSVFlVW90ZmRLdy9GSDFDZnlMTEFLbjN3Ym5nQWpsSGRLMzM0VWEvVWtpUlMrakZ6cnJXSG9QU2REcmYrUkVmOGxWQUVvRFh1NkRsb1BDOTRFRUwySUtQUHpDd2htZlpWVnRQY1JpYkNaV2h6S0hwYkFOc1dZWTg5eVZ1eWVzQWEyNWE5S0NnYUFER0ozZHdtdS9VdDNmWEx0djJSYmVQKzNRZ3RLaGFna05XSXB2cDlvRS93MSs1eGhRQVBCTzhXUUJGRWthZlVkRmRpVzNZRWdvZkVrNWJ0cW5lVm5YQ3MrdnNiVm9rcmErdDk1aVhiSlc2ZkdvWVQ0MVFCSGFvaFZ6QnJ0OWhVQklTcTVueE1UbzRTZC8wQzBzT0d5QVo4SHZGZGhId2dKY2pjTjAwMk1jaEVpS0w4RWUrbFR3cWdqYjQyMVhOWGhaMnNHbVpCMnJCbXpXSE5ad0hwcmwrd2p4N3ZZS2Y0RjRmS1pNcElxa2NHZFM2cEVCSHZjSmdTd3A2bEpzQ2V2VjU1bktiK21oM3ZKM0pYTmljTHRaSDJGbDV1aklrY3RtelRYVi9pRDIzMjFYQVU3NDJGTjUvanFlVnRuTHFud2hSeXpBN0hyUFBWVmIxS1JLQ2t6L25GTEpub0ZjanBuSjhNZnppMC9QTWhVWGpzUTdGRHE3T3FwdEMrQUt3YXBpYlZxOHBjWUhFNVlMcnJ5OTgxTVFOeHhBdkJqcUNFQmsvMmtWVHZmUUtyakkxVmZ5SWNYdGJMWDh2dDI4UERSUWZVZzBqVTFSUllHWUlidlJ3d2ZwNlh3UThrQTAxUFFKbmJoOEo4bDVxM0F4Q0JsRnEwb0pzcWVuZFUxTUhhNW1NSFM3d1FyUTlvcThvZHBMNlcyTEkzRmlUSXVqcHU5V3IxeElFdHVlV0I4V1ZFRTFUbXVlWC9OTmpYZnNZakN2V2N0UklqUE4zMXd6Y2FTK0dQMHpkaUJHU2dlQm9kK2FrK0dNSEVmOHl2UHdJa2czeHdhZnBUQXlFUGozelZreXlmVVdKSFBOamkyd09yN3U3ckdNVjRMK3dqeGNFM1l0b2lXbXc3Y3Z2Y2FhV1E4YVZDRmxhbFBzaktPM1NnTEJFdHRlcWFDdE9oMnE1RXJoeUpQdlcxeElhYXkranlyMzJ0azk4VDE4YTNGWHp4MFpTMERiS2c5elZid2dMR3oyVVZ0dFRxajVOTHVIVFhkOW9URWUzNDF5M3huMDhtU1piNERwUVd3ZFltQkU1YWxLcDZkVnF3clB3Q0Q1bHdJL21XYkM4alkzQkx0R3lEMU5XNlJLVndHVnpHejVpQWgxeU1XdjFhbDZyZ0dZcjU5N0NyNjJOZDhpcGYwQUhDUE1uRU5aSUw3Q3M4VUt6OExEOFNyRkJQUithRStadlVpcjgyYkkzalNTd3NDa2N5M2lLbXBGb2Z2TGVxWi9tV01HU0xUMTNxbTZqMXJ4WG1ITkdmZE5mWEJ3dWljQXBLTmNmeVVVRkptREtVVng3Vk5GaVA2bEdvcXQrVkhXdHFqc0FUSnV6S1RoUTJtcDhLcXlPMGxtMmxFT202a2tJc0VWSENFUXBwWjhDN0x0a01oS2tKaDVLSjd3bmVqMS83STMwaUVMT0lGOHdWYWdlWVJoajYrLzZ1eGI3RzIvaFJjMHh0UXBiMHgxNkt3dHhYOWRNYVhBb0VTMXpmVzZ4aEtSellWS0V1ZlBiRkl0ZTVUYWdIV21TOWlzMFNnVk5kai8rM2ZpWGt0c0EvQlhUU2lERG5RZENxZGlZc01XRVhxdWJtUHNDeEVsUVQ2eDlPdE1LdTdBVFBucUtqSlA4Y0dzNGYxY0lrMmhZRWVPcERRS2IwS2FzQ2ZsOXQrWldrVU5ybkExQ0RydmVvRG5uWFNRUHVGY01ENE5mMERacDBRNmdMcTQ4NTdwSU1GSnJBQXRaVUZMRndLZUJpS0VmcjJrU1lxZlNBZEEzNTJGcE4rcWJpS3U4QUlCVG1yWmlmVk5ldkkrcCtobjE0ci9URkZqc2V4SERuUU1FZWVvWnFjcWlsa0QyQVdzVU43Z2o4dzJyU0lacUJBTFZ5QmJJSmtvZWRmK1pzcUpJY2ZaSkhqMjlLbjZxYVNyb3dGa0tvVE53VzRJU2JHTkhidmRTQ0RwWlUwRUZKK05UcmZ1dS9YaXY1aUZ4T0tBemI0TnpsWFg2TC93bFRRa0lNQjlYSldQTmRwd3M2S01TRTNVU1hWaE42U3R1Si8zM2NZWE1icWE3bmIrdWY0R08vOWNEbHk5K0NIOGMrTmEwY2FaNFdTbGZkamVQd1Z3VXIvOGJZajJtVUFXUnNsb2pGT3Y1Ly81dVcvWU9Xem44d1Z4dGtwdlJwcWNWZVU4TktLVGdKa0ZEdzVhZW5iLzRUMWRCM25UUjBDTUZwbEc4THVlL0RzSUt2MnRiOFVlQ0pkMFZ4YVpqMWU4TUhQdUdOdUdXV2kzaHFQVEVSNnVSS2l1UTJmNUJVMTR1MzliLzh5YmQ4L0VkOHZ2enRzbDVZaG9lbThpRnZVbEN3bHNGY3lCNElHWTZnWTY2bTY3YTVhOGNmdGoyUHFLRGlyRndVTGMyZ3UvelNaOGtlUEdaTWt6VFVIb0ZzNnhPT1JJelZyd3hhRFo5aXh1MTlvNE40Tk9QbnZ1cUs1RFpmaDFUWGw1L3h5VS9SM295bWV2Nis1REtYUmFGLzE1SzYrR2g0L0syR2hURGdKYjBUTURnTFFvSS9razA1ODdXZkVkWkZWNlQwS2F1OFl3bHl3SDFWaytoNVZJNXNQcFJVSFJnaWM4TVJPWU5HVXdjclZFQ0hFTmpYVTFoMytia3RNbXlxNjUyUDhDT3NlUkcvT1k1UVVzQVhXSHBmV29uMHh5S2NkMmRSQ21rRTZoQ1BENGRYQkpudXdrVGJFeWo1Mi9NTzk1eE9hbFRsM05BbEhGYTlYNElpeDNPcHFyWll0ODRhSWdKbmdxanlCRStpVUVWM2NUTitycXFWcG8rZ2lDenVTblc5OHhGK0hQZHBjYlRXdTV5NWp4SW1weFJZUDQwU010dXl2OE96dnZFem9ESHZXbGExbWlURStlNkJBdVB2TmJsZmhnaFEvdUUyN1J0OHo2b2NyK3cvTDQ2UDRnWE9CRHRVL2czd0RvTWs4aHJtbCtoWnFtcjk4dzhNL2pWbHVHcWE0WjJQOEZPRUZPN0NncFFiN1Zia0RWMnlzSnJraWFmQTJodUxIc3lSWFVDOHhGMzhSMER3VzRWMzhiK1h0Ym5EWWZwWjBZRlRvendnbFBOSnZCNmh1U2QzY2hiZHNweTk2cFMvdkdOMW5ndG80cnM4d09HNXJVV3VIOG9NQlNOVWNBNlZNbnhUVjdoUkl2Y2ovR2ovR1RCd2ZZWFlhUTYwQ2Noejdldk5iQnkxaWU5WWhRTlE4TkpuaVZZZ1pnVWhjREpMUytMU0VZZnBKL092R2lHTkR6aDFtZGJaT29YNlRST21TcS9uZmNzeUJVeGsxVEtwY1BRNS9tenB6WXpZeG9wcWd3ZkZ2cXlJZUpoYVMvRnVzUEZRc29idVIvakpkS2ZvR2NtQWo1MVNtbmF1Wk9jVnN0dEZMWlZEVkRibUplNFcrUm16b2tFVTRpaS9mOGhoK2lsbm5hckNnSHVjdXNlZXhjdDhPbkdDTUk3Qnp3YW1BeTYxUTVUWmxaL3E4NDV6KzFsU3VWNGVUS09ZT1FnV2VTTGFrcXNlQjF6UTdMbFRxdUIraEg5S0lmRnNReVlPVUNkRnZuNHRSUW9zUjNoTHhRK1puNXNNS3g3ZjJlQlNhemVrU3IvWDFXeVRyRlN2ejBVNmJBZDFOUDZqTTN3eEc0TFNpTGNSVkhqV0xISHBTRFRXWnBYb3orRmFWSkZIL3FPK21LSGJ3VEkvQ2wyV0FhRkZSY0RHYWJkbzdrZjRNMzBDekVrNGdaSndrVzhBMGozVkpPL2dXcFZmTWZEaXZOTWdWRWNVbGRqdjc4SjEyNFNpcXhTcDJBVGUvT3I5TXY5R2g5N1Awa2FxVGJjZytNQ3huQU1obnd3b3Rybng2UVgrZVY4dEVjYndMemx3RmJEcVVYL3UwcWdyWW4zZ3d3VE14LzdsVXlwU1Bqb2xZellic2kvRm9tclNYMU9KbDdDZ1hwN0ZkaS9KTEZlVmY2R2xTYk5MdlBMWkY0Rzl4akE3MWt5QnZwbTFxMGRHZUVHTVJYL3dibE53YnNweGZvOTlTT3JSNDNvTjM4U3R2cGp5c1h5czNxZEIzaTQrU3Vtb2hFV3JmdExsa25vMEsxWkdYNk5WM3dKNHFtczIyL3I0b1RzVWd6K0wxelRiOGYyeDJFVnA5TmpPb0ZUblJsZEZGMUwrTXdGOVo0TnJsVE4rL29RT0JIbkNGaEwyUmEwcEdyRy9RelU1RmxCaTFnNEZ6WVRZVnU0MEx4RG04WFl0bUp0dWQ5aW44TkwwdmJHU1pvc3NqYWFESUhpQ3ZWMktyYkl1dlhDaGF4NS91YjdVdTQ3OVhzUCtaK3BFWjk3ZmM5dldRd0ZVNGNmWEVPNHJlWlhoZEIyeGlCTjRYa25PV0EyVnpEa0VGdlh2T05Ud29md3IyT1Y1VEFIckgvQWFuU1JJMHVpcTJsU3NoQ2N0ZFpTRHQrZFAzY3ZZUDJtcTRBZlp5ZDNoUDFEK2VxcDFzbWZ3NXdmaEZUYisxNEQzcUFGVzJZM1d1MldqeCs0YlRSdll2ZHdZUGFuNmk5N1BiVnRQaW53RjJ6bzIvZWRpT21YODZ5RVQ5dUJkYk5wVk1udnNZNnFTV0dYSDk5TFh1aDMyeVJNZForYXkvd2VyK1hjbzZzM1JndzBsZVBHdThJRnYvS1ZxMGYzVlQ3Ty94MjM5cnZDK0FiWFAvN3J0R252enQ4MHdqOWQvWG1sYStsT2h4UHZEdDVyK1l0QTVidXRKa2IrK012M0dRVEdOVU1PZ2FFKytTbmZXajMvTnlGejU5U2tDc0xoZThmVHhHd0F0L3NUeFdHSm9hOWZROEMzQXRnQS93TEFSTHdGNGVLem05Z3lVYVlsQ1lBYVMvcitKV0QvLy9XbGhrNjJxM0Z1WU04cXdyRFpwMGE1Ym1KZWdCU1ptYTNaVzdYcXFiRHVyb0Z2OEYyS0JUZldPNXN5anJhY2VFcHhaL0MwQk03ZEEwWDlRSVZHQi9zM0VybHNkTDBrTHJHY2R1K2ZVdXNTNk9TbHZrYjFVTFBENDNrdzBLZDJqeGZ3dk1YY05aQUdlK3UwQUFBQUFTVVZPUks1Q1lJST0iCn0K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WPS Spreadsheets</Application>
  <PresentationFormat>宽屏</PresentationFormat>
  <Paragraphs>27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WPS</vt:lpstr>
      <vt:lpstr>REINFORCE</vt:lpstr>
      <vt:lpstr>Background Knowledge</vt:lpstr>
      <vt:lpstr>What is Reinforce Learning</vt:lpstr>
      <vt:lpstr>Markov Decision Process</vt:lpstr>
      <vt:lpstr>Policy </vt:lpstr>
      <vt:lpstr>Maximize the return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JoKerS</cp:lastModifiedBy>
  <cp:revision>12</cp:revision>
  <dcterms:created xsi:type="dcterms:W3CDTF">2026-03-08T22:34:25Z</dcterms:created>
  <dcterms:modified xsi:type="dcterms:W3CDTF">2026-03-08T22:34:25Z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1033-6.3.0.8471</vt:lpwstr>
  </property>
  <property fmtid="{D5CDD505-2E9C-101B-9397-08002B2CF9AE}" pid="3" name="ICV">
    <vt:lpwstr>DAF058E51A6163D8CFDBAD69C6228315_41</vt:lpwstr>
  </property>
</Properties>
</file>